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B4A6"/>
    <a:srgbClr val="734F29"/>
    <a:srgbClr val="D24726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napToGrid="0">
      <p:cViewPr varScale="1">
        <p:scale>
          <a:sx n="90" d="100"/>
          <a:sy n="90" d="100"/>
        </p:scale>
        <p:origin x="133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PowerPoint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Design and deliver beautiful presentations with ease and confidence.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4876800" cy="4447761"/>
          </a:xfrm>
        </p:spPr>
        <p:txBody>
          <a:bodyPr>
            <a:normAutofit/>
          </a:bodyPr>
          <a:lstStyle/>
          <a:p>
            <a:r>
              <a:rPr lang="en-US" dirty="0" smtClean="0"/>
              <a:t>Right from the start, you’ll have access to beautiful, widescreen themes that you can easily change to match your style.  Every theme comes with a variety of color variants that you can mix and match.</a:t>
            </a:r>
          </a:p>
          <a:p>
            <a:r>
              <a:rPr lang="en-US" dirty="0" smtClean="0"/>
              <a:t>New features like Merge Shapes and a  color-matching Eyedropper open up new possibilities for your designs.</a:t>
            </a:r>
          </a:p>
          <a:p>
            <a:r>
              <a:rPr lang="en-US" dirty="0"/>
              <a:t>Line up your </a:t>
            </a:r>
            <a:r>
              <a:rPr lang="en-US" dirty="0" smtClean="0"/>
              <a:t>layouts, photos, and diagrams perfectly </a:t>
            </a:r>
            <a:r>
              <a:rPr lang="en-US" dirty="0"/>
              <a:t>in seconds with alignment guides and smart guides.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536" y="4833206"/>
            <a:ext cx="2560320" cy="14401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0369" y="4833206"/>
            <a:ext cx="2560320" cy="14401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537" y="1729203"/>
            <a:ext cx="5271152" cy="296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70C04F-E7AC-41AB-9C6D-1B1BB88BFF7F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0</TotalTime>
  <Words>90</Words>
  <Application>Microsoft Office PowerPoint</Application>
  <PresentationFormat>Widescreen</PresentationFormat>
  <Paragraphs>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WelcomeDoc</vt:lpstr>
      <vt:lpstr>Welcome to PowerPoint</vt:lpstr>
      <vt:lpstr>Design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PowerPoint</dc:title>
  <dc:creator>ITD37</dc:creator>
  <cp:keywords/>
  <cp:lastModifiedBy>ITD37</cp:lastModifiedBy>
  <cp:revision>1</cp:revision>
  <dcterms:created xsi:type="dcterms:W3CDTF">2025-12-04T08:50:46Z</dcterms:created>
  <dcterms:modified xsi:type="dcterms:W3CDTF">2025-12-04T08:51:25Z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