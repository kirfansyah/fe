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8691" y="1676400"/>
            <a:ext cx="2819400" cy="2819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89091" y="0"/>
            <a:ext cx="1600200" cy="11430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98691" y="6096000"/>
            <a:ext cx="990600" cy="7620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2667000"/>
            <a:ext cx="4037076" cy="41910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895600"/>
            <a:ext cx="1522476" cy="23622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05343" y="0"/>
            <a:ext cx="760488" cy="11612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98691" y="1676400"/>
            <a:ext cx="2819400" cy="2819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89091" y="0"/>
            <a:ext cx="1600200" cy="11430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298691" y="6096000"/>
            <a:ext cx="990600" cy="7620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2667000"/>
            <a:ext cx="4037076" cy="41910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2895600"/>
            <a:ext cx="1522476" cy="23622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705343" y="0"/>
            <a:ext cx="760488" cy="1161288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7744968" y="0"/>
            <a:ext cx="685800" cy="1100455"/>
          </a:xfrm>
          <a:custGeom>
            <a:avLst/>
            <a:gdLst/>
            <a:ahLst/>
            <a:cxnLst/>
            <a:rect l="l" t="t" r="r" b="b"/>
            <a:pathLst>
              <a:path w="685800" h="1100455">
                <a:moveTo>
                  <a:pt x="685800" y="0"/>
                </a:moveTo>
                <a:lnTo>
                  <a:pt x="0" y="0"/>
                </a:lnTo>
                <a:lnTo>
                  <a:pt x="0" y="1100327"/>
                </a:lnTo>
                <a:lnTo>
                  <a:pt x="685800" y="1100327"/>
                </a:lnTo>
                <a:lnTo>
                  <a:pt x="685800" y="0"/>
                </a:lnTo>
                <a:close/>
              </a:path>
            </a:pathLst>
          </a:custGeom>
          <a:solidFill>
            <a:srgbClr val="AF15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3067" y="476503"/>
            <a:ext cx="8017865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1670050"/>
            <a:ext cx="8531225" cy="3366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7.png"/><Relationship Id="rId8" Type="http://schemas.openxmlformats.org/officeDocument/2006/relationships/image" Target="../media/image39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../../MANAGEMENT%20OF%20HEALTH%20INWENT/Transparencies_PPT/DHM_Content.ppt" TargetMode="Externa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44968" y="0"/>
            <a:ext cx="685800" cy="1100455"/>
          </a:xfrm>
          <a:custGeom>
            <a:avLst/>
            <a:gdLst/>
            <a:ahLst/>
            <a:cxnLst/>
            <a:rect l="l" t="t" r="r" b="b"/>
            <a:pathLst>
              <a:path w="685800" h="1100455">
                <a:moveTo>
                  <a:pt x="685800" y="0"/>
                </a:moveTo>
                <a:lnTo>
                  <a:pt x="0" y="0"/>
                </a:lnTo>
                <a:lnTo>
                  <a:pt x="0" y="1100327"/>
                </a:lnTo>
                <a:lnTo>
                  <a:pt x="685800" y="1100327"/>
                </a:lnTo>
                <a:lnTo>
                  <a:pt x="685800" y="0"/>
                </a:lnTo>
                <a:close/>
              </a:path>
            </a:pathLst>
          </a:custGeom>
          <a:solidFill>
            <a:srgbClr val="AF15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45591" y="2504389"/>
            <a:ext cx="5562600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200" spc="-500">
                <a:solidFill>
                  <a:srgbClr val="EBEBEB"/>
                </a:solidFill>
                <a:latin typeface="Verdana"/>
                <a:cs typeface="Verdana"/>
              </a:rPr>
              <a:t>KOMUNIKASI </a:t>
            </a:r>
            <a:r>
              <a:rPr dirty="0" sz="7200" spc="-905">
                <a:solidFill>
                  <a:srgbClr val="EBEBEB"/>
                </a:solidFill>
                <a:latin typeface="Verdana"/>
                <a:cs typeface="Verdana"/>
              </a:rPr>
              <a:t>EFEKTIF</a:t>
            </a:r>
            <a:endParaRPr sz="72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45591" y="4679236"/>
            <a:ext cx="3819525" cy="88773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2000" spc="-125">
                <a:solidFill>
                  <a:srgbClr val="89D0D5"/>
                </a:solidFill>
                <a:latin typeface="Verdana"/>
                <a:cs typeface="Verdana"/>
              </a:rPr>
              <a:t>KUSUMA</a:t>
            </a:r>
            <a:r>
              <a:rPr dirty="0" sz="2000" spc="-80">
                <a:solidFill>
                  <a:srgbClr val="89D0D5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89D0D5"/>
                </a:solidFill>
                <a:latin typeface="Verdana"/>
                <a:cs typeface="Verdana"/>
              </a:rPr>
              <a:t>WIDJAJA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2000" spc="-85">
                <a:solidFill>
                  <a:srgbClr val="89D0D5"/>
                </a:solidFill>
                <a:latin typeface="Verdana"/>
                <a:cs typeface="Verdana"/>
              </a:rPr>
              <a:t>JAKARTA,</a:t>
            </a:r>
            <a:r>
              <a:rPr dirty="0" sz="2000" spc="-150">
                <a:solidFill>
                  <a:srgbClr val="89D0D5"/>
                </a:solidFill>
                <a:latin typeface="Verdana"/>
                <a:cs typeface="Verdana"/>
              </a:rPr>
              <a:t> </a:t>
            </a:r>
            <a:r>
              <a:rPr dirty="0" sz="2000" spc="-175">
                <a:solidFill>
                  <a:srgbClr val="89D0D5"/>
                </a:solidFill>
                <a:latin typeface="Verdana"/>
                <a:cs typeface="Verdana"/>
              </a:rPr>
              <a:t>8</a:t>
            </a:r>
            <a:r>
              <a:rPr dirty="0" sz="2000" spc="-125">
                <a:solidFill>
                  <a:srgbClr val="89D0D5"/>
                </a:solidFill>
                <a:latin typeface="Verdana"/>
                <a:cs typeface="Verdana"/>
              </a:rPr>
              <a:t> </a:t>
            </a:r>
            <a:r>
              <a:rPr dirty="0" sz="2000" spc="-175">
                <a:solidFill>
                  <a:srgbClr val="89D0D5"/>
                </a:solidFill>
                <a:latin typeface="Verdana"/>
                <a:cs typeface="Verdana"/>
              </a:rPr>
              <a:t>AGUSTUS</a:t>
            </a:r>
            <a:r>
              <a:rPr dirty="0" sz="2000" spc="-100">
                <a:solidFill>
                  <a:srgbClr val="89D0D5"/>
                </a:solidFill>
                <a:latin typeface="Verdana"/>
                <a:cs typeface="Verdana"/>
              </a:rPr>
              <a:t> </a:t>
            </a:r>
            <a:r>
              <a:rPr dirty="0" sz="2000" spc="-145">
                <a:solidFill>
                  <a:srgbClr val="89D0D5"/>
                </a:solidFill>
                <a:latin typeface="Verdana"/>
                <a:cs typeface="Verdana"/>
              </a:rPr>
              <a:t>JUNI</a:t>
            </a:r>
            <a:r>
              <a:rPr dirty="0" sz="2000" spc="-125">
                <a:solidFill>
                  <a:srgbClr val="89D0D5"/>
                </a:solidFill>
                <a:latin typeface="Verdana"/>
                <a:cs typeface="Verdana"/>
              </a:rPr>
              <a:t> </a:t>
            </a:r>
            <a:r>
              <a:rPr dirty="0" sz="2000" spc="-95">
                <a:solidFill>
                  <a:srgbClr val="89D0D5"/>
                </a:solidFill>
                <a:latin typeface="Verdana"/>
                <a:cs typeface="Verdana"/>
              </a:rPr>
              <a:t>2018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74320"/>
            <a:ext cx="9144000" cy="1143000"/>
          </a:xfrm>
          <a:prstGeom prst="rect"/>
          <a:solidFill>
            <a:srgbClr val="9DD0CA"/>
          </a:solidFill>
        </p:spPr>
        <p:txBody>
          <a:bodyPr wrap="square" lIns="0" tIns="3429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dirty="0" sz="4200" spc="260" b="0">
                <a:solidFill>
                  <a:srgbClr val="EBEBEB"/>
                </a:solidFill>
                <a:latin typeface="Verdana"/>
                <a:cs typeface="Verdana"/>
              </a:rPr>
              <a:t>Apa</a:t>
            </a:r>
            <a:r>
              <a:rPr dirty="0" sz="4200" spc="-310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4200" spc="50" b="0">
                <a:solidFill>
                  <a:srgbClr val="EBEBEB"/>
                </a:solidFill>
                <a:latin typeface="Verdana"/>
                <a:cs typeface="Verdana"/>
              </a:rPr>
              <a:t>yang</a:t>
            </a:r>
            <a:r>
              <a:rPr dirty="0" sz="4200" spc="-310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4200" spc="50" b="0">
                <a:solidFill>
                  <a:srgbClr val="EBEBEB"/>
                </a:solidFill>
                <a:latin typeface="Verdana"/>
                <a:cs typeface="Verdana"/>
              </a:rPr>
              <a:t>akan</a:t>
            </a:r>
            <a:r>
              <a:rPr dirty="0" sz="4200" spc="-285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4200" spc="-160" b="0">
                <a:solidFill>
                  <a:srgbClr val="EBEBEB"/>
                </a:solidFill>
                <a:latin typeface="Verdana"/>
                <a:cs typeface="Verdana"/>
              </a:rPr>
              <a:t>kita</a:t>
            </a:r>
            <a:r>
              <a:rPr dirty="0" sz="4200" spc="-310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4200" spc="-10" b="0">
                <a:solidFill>
                  <a:srgbClr val="EBEBEB"/>
                </a:solidFill>
                <a:latin typeface="Verdana"/>
                <a:cs typeface="Verdana"/>
              </a:rPr>
              <a:t>Pelajari?</a:t>
            </a:r>
            <a:endParaRPr sz="42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5967" y="1954123"/>
            <a:ext cx="4526280" cy="3048635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105">
                <a:solidFill>
                  <a:srgbClr val="FFFFFF"/>
                </a:solidFill>
                <a:latin typeface="Verdana"/>
                <a:cs typeface="Verdana"/>
              </a:rPr>
              <a:t>Definisi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110">
                <a:solidFill>
                  <a:srgbClr val="FFFFFF"/>
                </a:solidFill>
                <a:latin typeface="Verdana"/>
                <a:cs typeface="Verdana"/>
              </a:rPr>
              <a:t>Tujuan</a:t>
            </a:r>
            <a:r>
              <a:rPr dirty="0" sz="20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Komponen</a:t>
            </a:r>
            <a:r>
              <a:rPr dirty="0" sz="20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40">
                <a:solidFill>
                  <a:srgbClr val="FFFFFF"/>
                </a:solidFill>
                <a:latin typeface="Verdana"/>
                <a:cs typeface="Verdana"/>
              </a:rPr>
              <a:t>/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65">
                <a:solidFill>
                  <a:srgbClr val="FFFFFF"/>
                </a:solidFill>
                <a:latin typeface="Verdana"/>
                <a:cs typeface="Verdana"/>
              </a:rPr>
              <a:t>Unsur</a:t>
            </a:r>
            <a:r>
              <a:rPr dirty="0" sz="20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105">
                <a:solidFill>
                  <a:srgbClr val="FFFFFF"/>
                </a:solidFill>
                <a:latin typeface="Verdana"/>
                <a:cs typeface="Verdana"/>
              </a:rPr>
              <a:t>Jenis-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jenis</a:t>
            </a:r>
            <a:r>
              <a:rPr dirty="0" sz="20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120">
                <a:solidFill>
                  <a:srgbClr val="FFFFFF"/>
                </a:solidFill>
                <a:latin typeface="Verdana"/>
                <a:cs typeface="Verdana"/>
              </a:rPr>
              <a:t>Prinsip</a:t>
            </a:r>
            <a:r>
              <a:rPr dirty="0" sz="20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Hambatan</a:t>
            </a:r>
            <a:r>
              <a:rPr dirty="0" sz="20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dirty="0" sz="20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Kendala</a:t>
            </a:r>
            <a:r>
              <a:rPr dirty="0" sz="20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75">
                <a:solidFill>
                  <a:srgbClr val="FFFFFF"/>
                </a:solidFill>
                <a:latin typeface="Verdana"/>
                <a:cs typeface="Verdana"/>
              </a:rPr>
              <a:t>Metode</a:t>
            </a:r>
            <a:r>
              <a:rPr dirty="0" sz="20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067" y="479552"/>
            <a:ext cx="60198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Data</a:t>
            </a:r>
            <a:r>
              <a:rPr dirty="0" sz="2400" spc="-114"/>
              <a:t> </a:t>
            </a:r>
            <a:r>
              <a:rPr dirty="0" sz="2400" spc="-210"/>
              <a:t>MKDKI</a:t>
            </a:r>
            <a:r>
              <a:rPr dirty="0" sz="2400" spc="-35"/>
              <a:t> </a:t>
            </a:r>
            <a:r>
              <a:rPr dirty="0" sz="2400" spc="-85"/>
              <a:t>(Majelis</a:t>
            </a:r>
            <a:r>
              <a:rPr dirty="0" sz="2400" spc="-80"/>
              <a:t> </a:t>
            </a:r>
            <a:r>
              <a:rPr dirty="0" sz="2400" spc="-55"/>
              <a:t>Kehormatan</a:t>
            </a:r>
            <a:r>
              <a:rPr dirty="0" sz="2400" spc="-75"/>
              <a:t> </a:t>
            </a:r>
            <a:r>
              <a:rPr dirty="0" sz="2400" spc="-85"/>
              <a:t>Disiplin </a:t>
            </a:r>
            <a:r>
              <a:rPr dirty="0" sz="2400" spc="-40"/>
              <a:t>Kedokteran</a:t>
            </a:r>
            <a:r>
              <a:rPr dirty="0" sz="2400" spc="-85"/>
              <a:t> </a:t>
            </a:r>
            <a:r>
              <a:rPr dirty="0" sz="2400" spc="-10"/>
              <a:t>Indonesia)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905967" y="2080005"/>
            <a:ext cx="6498590" cy="3968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26797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750" spc="280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75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dirty="0" sz="22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55">
                <a:solidFill>
                  <a:srgbClr val="FFFFFF"/>
                </a:solidFill>
                <a:latin typeface="Verdana"/>
                <a:cs typeface="Verdana"/>
              </a:rPr>
              <a:t>dari</a:t>
            </a:r>
            <a:r>
              <a:rPr dirty="0" sz="22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75">
                <a:solidFill>
                  <a:srgbClr val="FFFFFF"/>
                </a:solidFill>
                <a:latin typeface="Verdana"/>
                <a:cs typeface="Verdana"/>
              </a:rPr>
              <a:t>MKDKI</a:t>
            </a:r>
            <a:r>
              <a:rPr dirty="0" sz="22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30">
                <a:solidFill>
                  <a:srgbClr val="FFFFFF"/>
                </a:solidFill>
                <a:latin typeface="Verdana"/>
                <a:cs typeface="Verdana"/>
              </a:rPr>
              <a:t>menyampaikan,</a:t>
            </a:r>
            <a:r>
              <a:rPr dirty="0" sz="22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385">
                <a:solidFill>
                  <a:srgbClr val="FFFFFF"/>
                </a:solidFill>
                <a:latin typeface="Verdana"/>
                <a:cs typeface="Verdana"/>
              </a:rPr>
              <a:t>45%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pelanggaran</a:t>
            </a:r>
            <a:r>
              <a:rPr dirty="0" sz="22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5">
                <a:solidFill>
                  <a:srgbClr val="FFFFFF"/>
                </a:solidFill>
                <a:latin typeface="Verdana"/>
                <a:cs typeface="Verdana"/>
              </a:rPr>
              <a:t>disiplin</a:t>
            </a:r>
            <a:r>
              <a:rPr dirty="0" sz="22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yang </a:t>
            </a:r>
            <a:r>
              <a:rPr dirty="0" sz="2200" spc="-50">
                <a:solidFill>
                  <a:srgbClr val="FFFFFF"/>
                </a:solidFill>
                <a:latin typeface="Verdana"/>
                <a:cs typeface="Verdana"/>
              </a:rPr>
              <a:t>dilakukan</a:t>
            </a:r>
            <a:r>
              <a:rPr dirty="0" sz="22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Verdana"/>
                <a:cs typeface="Verdana"/>
              </a:rPr>
              <a:t>dokter </a:t>
            </a:r>
            <a:r>
              <a:rPr dirty="0" sz="2200" spc="70">
                <a:solidFill>
                  <a:srgbClr val="FFFFFF"/>
                </a:solidFill>
                <a:latin typeface="Verdana"/>
                <a:cs typeface="Verdana"/>
              </a:rPr>
              <a:t>adalah</a:t>
            </a:r>
            <a:r>
              <a:rPr dirty="0" sz="22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disebabkan</a:t>
            </a:r>
            <a:r>
              <a:rPr dirty="0" sz="22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oleh</a:t>
            </a:r>
            <a:r>
              <a:rPr dirty="0" sz="22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" b="1">
                <a:solidFill>
                  <a:srgbClr val="FFFFFF"/>
                </a:solidFill>
                <a:latin typeface="Tahoma"/>
                <a:cs typeface="Tahoma"/>
              </a:rPr>
              <a:t>kesalahan berkomunikasi</a:t>
            </a:r>
            <a:r>
              <a:rPr dirty="0" sz="2200" spc="-1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z="22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dirty="0" sz="1750" spc="280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75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200" spc="-105">
                <a:solidFill>
                  <a:srgbClr val="FFFFFF"/>
                </a:solidFill>
                <a:latin typeface="Verdana"/>
                <a:cs typeface="Verdana"/>
              </a:rPr>
              <a:t>Tidak</a:t>
            </a:r>
            <a:r>
              <a:rPr dirty="0" sz="22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40">
                <a:solidFill>
                  <a:srgbClr val="FFFFFF"/>
                </a:solidFill>
                <a:latin typeface="Verdana"/>
                <a:cs typeface="Verdana"/>
              </a:rPr>
              <a:t>memberikan</a:t>
            </a:r>
            <a:r>
              <a:rPr dirty="0" sz="22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30">
                <a:solidFill>
                  <a:srgbClr val="FFFFFF"/>
                </a:solidFill>
                <a:latin typeface="Verdana"/>
                <a:cs typeface="Verdana"/>
              </a:rPr>
              <a:t>penjelasan</a:t>
            </a:r>
            <a:r>
              <a:rPr dirty="0" sz="22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22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220">
                <a:solidFill>
                  <a:srgbClr val="FFFFFF"/>
                </a:solidFill>
                <a:latin typeface="Verdana"/>
                <a:cs typeface="Verdana"/>
              </a:rPr>
              <a:t>jujur,</a:t>
            </a:r>
            <a:r>
              <a:rPr dirty="0" sz="2200" spc="-85">
                <a:solidFill>
                  <a:srgbClr val="FFFFFF"/>
                </a:solidFill>
                <a:latin typeface="Verdana"/>
                <a:cs typeface="Verdana"/>
              </a:rPr>
              <a:t> etis, </a:t>
            </a:r>
            <a:r>
              <a:rPr dirty="0" sz="2200" spc="75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220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memadai</a:t>
            </a:r>
            <a:r>
              <a:rPr dirty="0" sz="2200" spc="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(adequate</a:t>
            </a:r>
            <a:r>
              <a:rPr dirty="0" sz="2200" spc="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Verdana"/>
                <a:cs typeface="Verdana"/>
              </a:rPr>
              <a:t>information) </a:t>
            </a:r>
            <a:r>
              <a:rPr dirty="0" sz="2200" spc="75">
                <a:solidFill>
                  <a:srgbClr val="FFFFFF"/>
                </a:solidFill>
                <a:latin typeface="Verdana"/>
                <a:cs typeface="Verdana"/>
              </a:rPr>
              <a:t>kepada</a:t>
            </a:r>
            <a:r>
              <a:rPr dirty="0" sz="22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Verdana"/>
                <a:cs typeface="Verdana"/>
              </a:rPr>
              <a:t>pasien</a:t>
            </a:r>
            <a:r>
              <a:rPr dirty="0" sz="22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atau</a:t>
            </a:r>
            <a:r>
              <a:rPr dirty="0" sz="22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Verdana"/>
                <a:cs typeface="Verdana"/>
              </a:rPr>
              <a:t>keluarganya</a:t>
            </a:r>
            <a:r>
              <a:rPr dirty="0" sz="22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Verdana"/>
                <a:cs typeface="Verdana"/>
              </a:rPr>
              <a:t>dalam </a:t>
            </a:r>
            <a:r>
              <a:rPr dirty="0" sz="2200" spc="-40">
                <a:solidFill>
                  <a:srgbClr val="FFFFFF"/>
                </a:solidFill>
                <a:latin typeface="Verdana"/>
                <a:cs typeface="Verdana"/>
              </a:rPr>
              <a:t>melakukan</a:t>
            </a:r>
            <a:r>
              <a:rPr dirty="0" sz="22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5">
                <a:solidFill>
                  <a:srgbClr val="FFFFFF"/>
                </a:solidFill>
                <a:latin typeface="Verdana"/>
                <a:cs typeface="Verdana"/>
              </a:rPr>
              <a:t>praktik</a:t>
            </a:r>
            <a:r>
              <a:rPr dirty="0" sz="22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30">
                <a:solidFill>
                  <a:srgbClr val="FFFFFF"/>
                </a:solidFill>
                <a:latin typeface="Verdana"/>
                <a:cs typeface="Verdana"/>
              </a:rPr>
              <a:t>kedokteran</a:t>
            </a:r>
            <a:r>
              <a:rPr dirty="0" sz="22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dirty="0" sz="220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65">
                <a:solidFill>
                  <a:srgbClr val="FFFFFF"/>
                </a:solidFill>
                <a:latin typeface="Verdana"/>
                <a:cs typeface="Verdana"/>
              </a:rPr>
              <a:t>Jurnal</a:t>
            </a:r>
            <a:r>
              <a:rPr dirty="0" sz="22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335">
                <a:solidFill>
                  <a:srgbClr val="FFFFFF"/>
                </a:solidFill>
                <a:latin typeface="Verdana"/>
                <a:cs typeface="Verdana"/>
              </a:rPr>
              <a:t>RS </a:t>
            </a:r>
            <a:r>
              <a:rPr dirty="0" sz="2200" spc="-45">
                <a:solidFill>
                  <a:srgbClr val="FFFFFF"/>
                </a:solidFill>
                <a:latin typeface="Verdana"/>
                <a:cs typeface="Verdana"/>
              </a:rPr>
              <a:t>Fatmawati,</a:t>
            </a:r>
            <a:r>
              <a:rPr dirty="0" sz="2200" spc="-1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oleh</a:t>
            </a:r>
            <a:r>
              <a:rPr dirty="0" sz="22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20">
                <a:solidFill>
                  <a:srgbClr val="FFFFFF"/>
                </a:solidFill>
                <a:latin typeface="Verdana"/>
                <a:cs typeface="Verdana"/>
              </a:rPr>
              <a:t>dr.</a:t>
            </a:r>
            <a:r>
              <a:rPr dirty="0" sz="22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Dody</a:t>
            </a:r>
            <a:r>
              <a:rPr dirty="0" sz="22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60">
                <a:solidFill>
                  <a:srgbClr val="FFFFFF"/>
                </a:solidFill>
                <a:latin typeface="Verdana"/>
                <a:cs typeface="Verdana"/>
              </a:rPr>
              <a:t>Firmanda,</a:t>
            </a:r>
            <a:r>
              <a:rPr dirty="0" sz="22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Verdana"/>
                <a:cs typeface="Verdana"/>
              </a:rPr>
              <a:t>SpA </a:t>
            </a:r>
            <a:r>
              <a:rPr dirty="0" sz="2200" spc="-70">
                <a:solidFill>
                  <a:srgbClr val="FFFFFF"/>
                </a:solidFill>
                <a:latin typeface="Verdana"/>
                <a:cs typeface="Verdana"/>
              </a:rPr>
              <a:t>(Ketua</a:t>
            </a:r>
            <a:r>
              <a:rPr dirty="0" sz="22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Verdana"/>
                <a:cs typeface="Verdana"/>
              </a:rPr>
              <a:t>MKDKI)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990600"/>
            <a:ext cx="2385059" cy="14889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530">
                <a:solidFill>
                  <a:srgbClr val="EBEBEB"/>
                </a:solidFill>
              </a:rPr>
              <a:t>DEFINISI</a:t>
            </a:r>
            <a:r>
              <a:rPr dirty="0" sz="4200" spc="-55">
                <a:solidFill>
                  <a:srgbClr val="EBEBEB"/>
                </a:solidFill>
              </a:rPr>
              <a:t> </a:t>
            </a:r>
            <a:r>
              <a:rPr dirty="0" sz="4200" spc="-300">
                <a:solidFill>
                  <a:srgbClr val="EBEBEB"/>
                </a:solidFill>
              </a:rPr>
              <a:t>KOMUNIKASI</a:t>
            </a:r>
            <a:endParaRPr sz="4200"/>
          </a:p>
        </p:txBody>
      </p:sp>
      <p:sp>
        <p:nvSpPr>
          <p:cNvPr id="3" name="object 3" descr=""/>
          <p:cNvSpPr txBox="1"/>
          <p:nvPr/>
        </p:nvSpPr>
        <p:spPr>
          <a:xfrm>
            <a:off x="905967" y="2048002"/>
            <a:ext cx="6358890" cy="40576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355600" marR="31115" indent="-342900">
              <a:lnSpc>
                <a:spcPts val="2270"/>
              </a:lnSpc>
              <a:spcBef>
                <a:spcPts val="380"/>
              </a:spcBef>
              <a:tabLst>
                <a:tab pos="354965" algn="l"/>
              </a:tabLst>
            </a:pPr>
            <a:r>
              <a:rPr dirty="0" sz="1650" spc="280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65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100" spc="-100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r>
              <a:rPr dirty="0" sz="21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Verdana"/>
                <a:cs typeface="Verdana"/>
              </a:rPr>
              <a:t>merupakan</a:t>
            </a:r>
            <a:r>
              <a:rPr dirty="0" sz="21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Verdana"/>
                <a:cs typeface="Verdana"/>
              </a:rPr>
              <a:t>hal</a:t>
            </a:r>
            <a:r>
              <a:rPr dirty="0" sz="21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Verdana"/>
                <a:cs typeface="Verdana"/>
              </a:rPr>
              <a:t>mendasar</a:t>
            </a:r>
            <a:r>
              <a:rPr dirty="0" sz="21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Verdana"/>
                <a:cs typeface="Verdana"/>
              </a:rPr>
              <a:t>yang </a:t>
            </a:r>
            <a:r>
              <a:rPr dirty="0" sz="2100" spc="-35">
                <a:solidFill>
                  <a:srgbClr val="FFFFFF"/>
                </a:solidFill>
                <a:latin typeface="Verdana"/>
                <a:cs typeface="Verdana"/>
              </a:rPr>
              <a:t>menjadi</a:t>
            </a:r>
            <a:r>
              <a:rPr dirty="0" sz="21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35">
                <a:solidFill>
                  <a:srgbClr val="FFFFFF"/>
                </a:solidFill>
                <a:latin typeface="Verdana"/>
                <a:cs typeface="Verdana"/>
              </a:rPr>
              <a:t>salah</a:t>
            </a:r>
            <a:r>
              <a:rPr dirty="0" sz="21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75">
                <a:solidFill>
                  <a:srgbClr val="FFFFFF"/>
                </a:solidFill>
                <a:latin typeface="Verdana"/>
                <a:cs typeface="Verdana"/>
              </a:rPr>
              <a:t>satu</a:t>
            </a:r>
            <a:r>
              <a:rPr dirty="0" sz="21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65">
                <a:solidFill>
                  <a:srgbClr val="FFFFFF"/>
                </a:solidFill>
                <a:latin typeface="Verdana"/>
                <a:cs typeface="Verdana"/>
              </a:rPr>
              <a:t>faktor</a:t>
            </a:r>
            <a:r>
              <a:rPr dirty="0" sz="21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20" b="1">
                <a:solidFill>
                  <a:srgbClr val="FFFFFF"/>
                </a:solidFill>
                <a:latin typeface="Tahoma"/>
                <a:cs typeface="Tahoma"/>
              </a:rPr>
              <a:t>keselamatan</a:t>
            </a:r>
            <a:r>
              <a:rPr dirty="0" sz="21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FFFFF"/>
                </a:solidFill>
                <a:latin typeface="Tahoma"/>
                <a:cs typeface="Tahoma"/>
              </a:rPr>
              <a:t>pasien </a:t>
            </a:r>
            <a:r>
              <a:rPr dirty="0" sz="2100" spc="75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21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b="1">
                <a:solidFill>
                  <a:srgbClr val="FFFFFF"/>
                </a:solidFill>
                <a:latin typeface="Tahoma"/>
                <a:cs typeface="Tahoma"/>
              </a:rPr>
              <a:t>kepuasan</a:t>
            </a:r>
            <a:r>
              <a:rPr dirty="0" sz="21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FFFFF"/>
                </a:solidFill>
                <a:latin typeface="Tahoma"/>
                <a:cs typeface="Tahoma"/>
              </a:rPr>
              <a:t>pelanggan</a:t>
            </a:r>
            <a:endParaRPr sz="2100">
              <a:latin typeface="Tahoma"/>
              <a:cs typeface="Tahoma"/>
            </a:endParaRPr>
          </a:p>
          <a:p>
            <a:pPr marL="355600" marR="420370" indent="-342900">
              <a:lnSpc>
                <a:spcPts val="2270"/>
              </a:lnSpc>
              <a:spcBef>
                <a:spcPts val="1005"/>
              </a:spcBef>
              <a:tabLst>
                <a:tab pos="354965" algn="l"/>
              </a:tabLst>
            </a:pPr>
            <a:r>
              <a:rPr dirty="0" sz="1650" spc="280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65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100" spc="-25">
                <a:solidFill>
                  <a:srgbClr val="FFFFFF"/>
                </a:solidFill>
                <a:latin typeface="Verdana"/>
                <a:cs typeface="Verdana"/>
              </a:rPr>
              <a:t>Kesalahan</a:t>
            </a:r>
            <a:r>
              <a:rPr dirty="0" sz="21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95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r>
              <a:rPr dirty="0" sz="21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FFFFFF"/>
                </a:solidFill>
                <a:latin typeface="Verdana"/>
                <a:cs typeface="Verdana"/>
              </a:rPr>
              <a:t>berdampak</a:t>
            </a:r>
            <a:r>
              <a:rPr dirty="0" sz="21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114">
                <a:solidFill>
                  <a:srgbClr val="FFFFFF"/>
                </a:solidFill>
                <a:latin typeface="Verdana"/>
                <a:cs typeface="Verdana"/>
              </a:rPr>
              <a:t>pada </a:t>
            </a:r>
            <a:r>
              <a:rPr dirty="0" sz="2100" spc="-20">
                <a:solidFill>
                  <a:srgbClr val="FFFFFF"/>
                </a:solidFill>
                <a:latin typeface="Verdana"/>
                <a:cs typeface="Verdana"/>
              </a:rPr>
              <a:t>kesalahan</a:t>
            </a:r>
            <a:r>
              <a:rPr dirty="0" sz="21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Verdana"/>
                <a:cs typeface="Verdana"/>
              </a:rPr>
              <a:t>tindakan</a:t>
            </a:r>
            <a:r>
              <a:rPr dirty="0" sz="21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21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Verdana"/>
                <a:cs typeface="Verdana"/>
              </a:rPr>
              <a:t>berakibat</a:t>
            </a:r>
            <a:r>
              <a:rPr dirty="0" sz="21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114">
                <a:solidFill>
                  <a:srgbClr val="FFFFFF"/>
                </a:solidFill>
                <a:latin typeface="Verdana"/>
                <a:cs typeface="Verdana"/>
              </a:rPr>
              <a:t>pada </a:t>
            </a:r>
            <a:r>
              <a:rPr dirty="0" sz="2100" spc="80">
                <a:solidFill>
                  <a:srgbClr val="FFFFFF"/>
                </a:solidFill>
                <a:latin typeface="Verdana"/>
                <a:cs typeface="Verdana"/>
              </a:rPr>
              <a:t>kecacatan</a:t>
            </a:r>
            <a:r>
              <a:rPr dirty="0" sz="21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FFFFFF"/>
                </a:solidFill>
                <a:latin typeface="Verdana"/>
                <a:cs typeface="Verdana"/>
              </a:rPr>
              <a:t>bahkan</a:t>
            </a:r>
            <a:r>
              <a:rPr dirty="0" sz="21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Verdana"/>
                <a:cs typeface="Verdana"/>
              </a:rPr>
              <a:t>meninggal</a:t>
            </a:r>
            <a:r>
              <a:rPr dirty="0" sz="21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Verdana"/>
                <a:cs typeface="Verdana"/>
              </a:rPr>
              <a:t>terhadap </a:t>
            </a:r>
            <a:r>
              <a:rPr dirty="0" sz="2100" spc="-25">
                <a:solidFill>
                  <a:srgbClr val="FFFFFF"/>
                </a:solidFill>
                <a:latin typeface="Verdana"/>
                <a:cs typeface="Verdana"/>
              </a:rPr>
              <a:t>pasien</a:t>
            </a:r>
            <a:r>
              <a:rPr dirty="0" sz="21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FFFFFF"/>
                </a:solidFill>
                <a:latin typeface="Verdana"/>
                <a:cs typeface="Verdana"/>
              </a:rPr>
              <a:t>maupun</a:t>
            </a:r>
            <a:r>
              <a:rPr dirty="0" sz="21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35">
                <a:solidFill>
                  <a:srgbClr val="FFFFFF"/>
                </a:solidFill>
                <a:latin typeface="Verdana"/>
                <a:cs typeface="Verdana"/>
              </a:rPr>
              <a:t>keluarganya,</a:t>
            </a:r>
            <a:r>
              <a:rPr dirty="0" sz="21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85">
                <a:solidFill>
                  <a:srgbClr val="FFFFFF"/>
                </a:solidFill>
                <a:latin typeface="Verdana"/>
                <a:cs typeface="Verdana"/>
              </a:rPr>
              <a:t>dapat</a:t>
            </a:r>
            <a:r>
              <a:rPr dirty="0" sz="21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Verdana"/>
                <a:cs typeface="Verdana"/>
              </a:rPr>
              <a:t>pula </a:t>
            </a:r>
            <a:r>
              <a:rPr dirty="0" sz="2100" spc="-10">
                <a:solidFill>
                  <a:srgbClr val="FFFFFF"/>
                </a:solidFill>
                <a:latin typeface="Verdana"/>
                <a:cs typeface="Verdana"/>
              </a:rPr>
              <a:t>mengakibatkan</a:t>
            </a:r>
            <a:r>
              <a:rPr dirty="0" sz="21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10">
                <a:solidFill>
                  <a:srgbClr val="FFFFFF"/>
                </a:solidFill>
                <a:latin typeface="Verdana"/>
                <a:cs typeface="Verdana"/>
              </a:rPr>
              <a:t>konflik</a:t>
            </a:r>
            <a:r>
              <a:rPr dirty="0" sz="21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21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50">
                <a:solidFill>
                  <a:srgbClr val="FFFFFF"/>
                </a:solidFill>
                <a:latin typeface="Verdana"/>
                <a:cs typeface="Verdana"/>
              </a:rPr>
              <a:t>berujung</a:t>
            </a:r>
            <a:r>
              <a:rPr dirty="0" sz="21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114">
                <a:solidFill>
                  <a:srgbClr val="FFFFFF"/>
                </a:solidFill>
                <a:latin typeface="Verdana"/>
                <a:cs typeface="Verdana"/>
              </a:rPr>
              <a:t>pada </a:t>
            </a:r>
            <a:r>
              <a:rPr dirty="0" sz="2100">
                <a:solidFill>
                  <a:srgbClr val="FFFFFF"/>
                </a:solidFill>
                <a:latin typeface="Verdana"/>
                <a:cs typeface="Verdana"/>
              </a:rPr>
              <a:t>gugatan</a:t>
            </a:r>
            <a:r>
              <a:rPr dirty="0" sz="21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40">
                <a:solidFill>
                  <a:srgbClr val="FFFFFF"/>
                </a:solidFill>
                <a:latin typeface="Verdana"/>
                <a:cs typeface="Verdana"/>
              </a:rPr>
              <a:t>/</a:t>
            </a:r>
            <a:r>
              <a:rPr dirty="0" sz="21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55">
                <a:solidFill>
                  <a:srgbClr val="FFFFFF"/>
                </a:solidFill>
                <a:latin typeface="Verdana"/>
                <a:cs typeface="Verdana"/>
              </a:rPr>
              <a:t>tuntutan</a:t>
            </a:r>
            <a:r>
              <a:rPr dirty="0" sz="21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Verdana"/>
                <a:cs typeface="Verdana"/>
              </a:rPr>
              <a:t>hukum</a:t>
            </a:r>
            <a:endParaRPr sz="2100">
              <a:latin typeface="Verdana"/>
              <a:cs typeface="Verdana"/>
            </a:endParaRPr>
          </a:p>
          <a:p>
            <a:pPr marL="355600" marR="5080" indent="-342900">
              <a:lnSpc>
                <a:spcPts val="2270"/>
              </a:lnSpc>
              <a:spcBef>
                <a:spcPts val="990"/>
              </a:spcBef>
              <a:tabLst>
                <a:tab pos="354965" algn="l"/>
              </a:tabLst>
            </a:pPr>
            <a:r>
              <a:rPr dirty="0" sz="1650" spc="280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65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100" spc="-100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r>
              <a:rPr dirty="0" sz="21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10">
                <a:solidFill>
                  <a:srgbClr val="FFFFFF"/>
                </a:solidFill>
                <a:latin typeface="Verdana"/>
                <a:cs typeface="Verdana"/>
              </a:rPr>
              <a:t>harus</a:t>
            </a:r>
            <a:r>
              <a:rPr dirty="0" sz="21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35">
                <a:solidFill>
                  <a:srgbClr val="FFFFFF"/>
                </a:solidFill>
                <a:latin typeface="Verdana"/>
                <a:cs typeface="Verdana"/>
              </a:rPr>
              <a:t>dilaksanakan</a:t>
            </a:r>
            <a:r>
              <a:rPr dirty="0" sz="21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Verdana"/>
                <a:cs typeface="Verdana"/>
              </a:rPr>
              <a:t>dengan </a:t>
            </a:r>
            <a:r>
              <a:rPr dirty="0" sz="2100">
                <a:solidFill>
                  <a:srgbClr val="FFFFFF"/>
                </a:solidFill>
                <a:latin typeface="Verdana"/>
                <a:cs typeface="Verdana"/>
              </a:rPr>
              <a:t>terencana,</a:t>
            </a:r>
            <a:r>
              <a:rPr dirty="0" sz="21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35">
                <a:solidFill>
                  <a:srgbClr val="FFFFFF"/>
                </a:solidFill>
                <a:latin typeface="Verdana"/>
                <a:cs typeface="Verdana"/>
              </a:rPr>
              <a:t>terpola,</a:t>
            </a:r>
            <a:r>
              <a:rPr dirty="0" sz="21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65">
                <a:solidFill>
                  <a:srgbClr val="FFFFFF"/>
                </a:solidFill>
                <a:latin typeface="Verdana"/>
                <a:cs typeface="Verdana"/>
              </a:rPr>
              <a:t>efektif</a:t>
            </a:r>
            <a:r>
              <a:rPr dirty="0" sz="21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21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30">
                <a:solidFill>
                  <a:srgbClr val="FFFFFF"/>
                </a:solidFill>
                <a:latin typeface="Verdana"/>
                <a:cs typeface="Verdana"/>
              </a:rPr>
              <a:t>sistematis</a:t>
            </a:r>
            <a:r>
              <a:rPr dirty="0" sz="21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Verdana"/>
                <a:cs typeface="Verdana"/>
              </a:rPr>
              <a:t>agar </a:t>
            </a:r>
            <a:r>
              <a:rPr dirty="0" sz="2100" spc="-65">
                <a:solidFill>
                  <a:srgbClr val="FFFFFF"/>
                </a:solidFill>
                <a:latin typeface="Verdana"/>
                <a:cs typeface="Verdana"/>
              </a:rPr>
              <a:t>terhindar</a:t>
            </a:r>
            <a:r>
              <a:rPr dirty="0" sz="21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45">
                <a:solidFill>
                  <a:srgbClr val="FFFFFF"/>
                </a:solidFill>
                <a:latin typeface="Verdana"/>
                <a:cs typeface="Verdana"/>
              </a:rPr>
              <a:t>dari</a:t>
            </a:r>
            <a:r>
              <a:rPr dirty="0" sz="21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FFFFFF"/>
                </a:solidFill>
                <a:latin typeface="Verdana"/>
                <a:cs typeface="Verdana"/>
              </a:rPr>
              <a:t>kesalahpahaman</a:t>
            </a:r>
            <a:r>
              <a:rPr dirty="0" sz="21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21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Verdana"/>
                <a:cs typeface="Verdana"/>
              </a:rPr>
              <a:t>dapat </a:t>
            </a:r>
            <a:r>
              <a:rPr dirty="0" sz="2100" spc="-45">
                <a:solidFill>
                  <a:srgbClr val="FFFFFF"/>
                </a:solidFill>
                <a:latin typeface="Verdana"/>
                <a:cs typeface="Verdana"/>
              </a:rPr>
              <a:t>menimbulkan</a:t>
            </a:r>
            <a:r>
              <a:rPr dirty="0" sz="21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Verdana"/>
                <a:cs typeface="Verdana"/>
              </a:rPr>
              <a:t>masalah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74320"/>
            <a:ext cx="9144000" cy="1143000"/>
          </a:xfrm>
          <a:prstGeom prst="rect"/>
          <a:solidFill>
            <a:srgbClr val="990099"/>
          </a:solidFill>
        </p:spPr>
        <p:txBody>
          <a:bodyPr wrap="square" lIns="0" tIns="3429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dirty="0" sz="4200" spc="-155" b="0">
                <a:solidFill>
                  <a:srgbClr val="EBEBEB"/>
                </a:solidFill>
                <a:latin typeface="Verdana"/>
                <a:cs typeface="Verdana"/>
              </a:rPr>
              <a:t>Defenisi</a:t>
            </a:r>
            <a:r>
              <a:rPr dirty="0" sz="4200" spc="-320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4200" spc="-85" b="0">
                <a:solidFill>
                  <a:srgbClr val="EBEBEB"/>
                </a:solidFill>
                <a:latin typeface="Verdana"/>
                <a:cs typeface="Verdana"/>
              </a:rPr>
              <a:t>Komunikasi</a:t>
            </a:r>
            <a:endParaRPr sz="4200">
              <a:latin typeface="Verdana"/>
              <a:cs typeface="Verdan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711708" y="4062984"/>
            <a:ext cx="6457950" cy="2007870"/>
            <a:chOff x="711708" y="4062984"/>
            <a:chExt cx="6457950" cy="20078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232" y="4076700"/>
              <a:ext cx="2554986" cy="73075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6080" y="4062984"/>
              <a:ext cx="3553205" cy="73075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708" y="4386072"/>
              <a:ext cx="5371338" cy="73380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708" y="4703064"/>
              <a:ext cx="6457949" cy="73380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708" y="5020056"/>
              <a:ext cx="4075938" cy="73380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51019" y="5020056"/>
              <a:ext cx="546353" cy="73380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60748" y="5020056"/>
              <a:ext cx="2678429" cy="73380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1708" y="5337048"/>
              <a:ext cx="1646682" cy="733805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905967" y="1997710"/>
            <a:ext cx="5951220" cy="384937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 marR="25400">
              <a:lnSpc>
                <a:spcPct val="80100"/>
              </a:lnSpc>
              <a:spcBef>
                <a:spcPts val="725"/>
              </a:spcBef>
            </a:pPr>
            <a:r>
              <a:rPr dirty="0" sz="2600" spc="100">
                <a:solidFill>
                  <a:srgbClr val="FFFFFF"/>
                </a:solidFill>
                <a:latin typeface="Franklin Gothic Medium"/>
                <a:cs typeface="Franklin Gothic Medium"/>
              </a:rPr>
              <a:t>Komunikasi</a:t>
            </a:r>
            <a:r>
              <a:rPr dirty="0" sz="2600" spc="7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2600" spc="75">
                <a:solidFill>
                  <a:srgbClr val="FFFFFF"/>
                </a:solidFill>
                <a:latin typeface="Verdana"/>
                <a:cs typeface="Verdana"/>
              </a:rPr>
              <a:t>adalah</a:t>
            </a:r>
            <a:r>
              <a:rPr dirty="0" sz="2600" spc="-1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100">
                <a:solidFill>
                  <a:srgbClr val="FFFFFF"/>
                </a:solidFill>
                <a:latin typeface="Verdana"/>
                <a:cs typeface="Verdana"/>
              </a:rPr>
              <a:t>suatu</a:t>
            </a:r>
            <a:r>
              <a:rPr dirty="0" sz="2600" spc="-1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Verdana"/>
                <a:cs typeface="Verdana"/>
              </a:rPr>
              <a:t>proses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penyampaian</a:t>
            </a:r>
            <a:r>
              <a:rPr dirty="0" sz="26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110">
                <a:solidFill>
                  <a:srgbClr val="FFFFFF"/>
                </a:solidFill>
                <a:latin typeface="Verdana"/>
                <a:cs typeface="Verdana"/>
              </a:rPr>
              <a:t>pikiran</a:t>
            </a:r>
            <a:r>
              <a:rPr dirty="0" sz="26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95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26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Verdana"/>
                <a:cs typeface="Verdana"/>
              </a:rPr>
              <a:t>perasaan </a:t>
            </a:r>
            <a:r>
              <a:rPr dirty="0" sz="2600" spc="-65">
                <a:solidFill>
                  <a:srgbClr val="FFFFFF"/>
                </a:solidFill>
                <a:latin typeface="Verdana"/>
                <a:cs typeface="Verdana"/>
              </a:rPr>
              <a:t>melalui</a:t>
            </a:r>
            <a:r>
              <a:rPr dirty="0" sz="26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bahasa,</a:t>
            </a:r>
            <a:r>
              <a:rPr dirty="0" sz="26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Verdana"/>
                <a:cs typeface="Verdana"/>
              </a:rPr>
              <a:t>baik</a:t>
            </a:r>
            <a:r>
              <a:rPr dirty="0" sz="26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30">
                <a:solidFill>
                  <a:srgbClr val="FFFFFF"/>
                </a:solidFill>
                <a:latin typeface="Verdana"/>
                <a:cs typeface="Verdana"/>
              </a:rPr>
              <a:t>verbal</a:t>
            </a:r>
            <a:r>
              <a:rPr dirty="0" sz="260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Verdana"/>
                <a:cs typeface="Verdana"/>
              </a:rPr>
              <a:t>maupun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non</a:t>
            </a:r>
            <a:r>
              <a:rPr dirty="0" sz="2600" spc="-1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65">
                <a:solidFill>
                  <a:srgbClr val="FFFFFF"/>
                </a:solidFill>
                <a:latin typeface="Verdana"/>
                <a:cs typeface="Verdana"/>
              </a:rPr>
              <a:t>verbal,</a:t>
            </a:r>
            <a:r>
              <a:rPr dirty="0" sz="2600" spc="-2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mendengar,</a:t>
            </a:r>
            <a:r>
              <a:rPr dirty="0" sz="2600" spc="-2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Verdana"/>
                <a:cs typeface="Verdana"/>
              </a:rPr>
              <a:t>berbicara, </a:t>
            </a:r>
            <a:r>
              <a:rPr dirty="0" sz="2600" spc="-30">
                <a:solidFill>
                  <a:srgbClr val="FFFFFF"/>
                </a:solidFill>
                <a:latin typeface="Verdana"/>
                <a:cs typeface="Verdana"/>
              </a:rPr>
              <a:t>gerak</a:t>
            </a:r>
            <a:r>
              <a:rPr dirty="0" sz="26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50">
                <a:solidFill>
                  <a:srgbClr val="FFFFFF"/>
                </a:solidFill>
                <a:latin typeface="Verdana"/>
                <a:cs typeface="Verdana"/>
              </a:rPr>
              <a:t>tubuh</a:t>
            </a:r>
            <a:r>
              <a:rPr dirty="0" sz="26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95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26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ungkapan</a:t>
            </a:r>
            <a:r>
              <a:rPr dirty="0" sz="26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Verdana"/>
                <a:cs typeface="Verdana"/>
              </a:rPr>
              <a:t>emosi.</a:t>
            </a:r>
            <a:endParaRPr sz="2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600">
              <a:latin typeface="Verdana"/>
              <a:cs typeface="Verdana"/>
            </a:endParaRPr>
          </a:p>
          <a:p>
            <a:pPr marL="12700" marR="5080">
              <a:lnSpc>
                <a:spcPct val="80400"/>
              </a:lnSpc>
              <a:spcBef>
                <a:spcPts val="5"/>
              </a:spcBef>
            </a:pPr>
            <a:r>
              <a:rPr dirty="0" sz="2600" spc="-10">
                <a:solidFill>
                  <a:srgbClr val="FFFFFF"/>
                </a:solidFill>
                <a:latin typeface="Arial Black"/>
                <a:cs typeface="Arial Black"/>
              </a:rPr>
              <a:t>Komunikasi</a:t>
            </a:r>
            <a:r>
              <a:rPr dirty="0" sz="2600" spc="-1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600" spc="75">
                <a:solidFill>
                  <a:srgbClr val="FFFFFF"/>
                </a:solidFill>
                <a:latin typeface="Verdana"/>
                <a:cs typeface="Verdana"/>
              </a:rPr>
              <a:t>adalah</a:t>
            </a:r>
            <a:r>
              <a:rPr dirty="0" sz="260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Verdana"/>
                <a:cs typeface="Verdana"/>
              </a:rPr>
              <a:t>pertukaran </a:t>
            </a:r>
            <a:r>
              <a:rPr dirty="0" sz="2600" spc="-125">
                <a:solidFill>
                  <a:srgbClr val="FFFFFF"/>
                </a:solidFill>
                <a:latin typeface="Verdana"/>
                <a:cs typeface="Verdana"/>
              </a:rPr>
              <a:t>informasi</a:t>
            </a:r>
            <a:r>
              <a:rPr dirty="0" sz="26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antara</a:t>
            </a:r>
            <a:r>
              <a:rPr dirty="0" sz="26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70">
                <a:solidFill>
                  <a:srgbClr val="FFFFFF"/>
                </a:solidFill>
                <a:latin typeface="Verdana"/>
                <a:cs typeface="Verdana"/>
              </a:rPr>
              <a:t>pengirim</a:t>
            </a:r>
            <a:r>
              <a:rPr dirty="0" sz="26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70">
                <a:solidFill>
                  <a:srgbClr val="FFFFFF"/>
                </a:solidFill>
                <a:latin typeface="Verdana"/>
                <a:cs typeface="Verdana"/>
              </a:rPr>
              <a:t>dan </a:t>
            </a:r>
            <a:r>
              <a:rPr dirty="0" sz="2600" spc="-35">
                <a:solidFill>
                  <a:srgbClr val="FFFFFF"/>
                </a:solidFill>
                <a:latin typeface="Verdana"/>
                <a:cs typeface="Verdana"/>
              </a:rPr>
              <a:t>penerima,</a:t>
            </a:r>
            <a:r>
              <a:rPr dirty="0" sz="260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90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2600" spc="-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80">
                <a:solidFill>
                  <a:srgbClr val="FFFFFF"/>
                </a:solidFill>
                <a:latin typeface="Verdana"/>
                <a:cs typeface="Verdana"/>
              </a:rPr>
              <a:t>kesimpulan</a:t>
            </a:r>
            <a:r>
              <a:rPr dirty="0" sz="2600" spc="-1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95">
                <a:solidFill>
                  <a:srgbClr val="FFFFFF"/>
                </a:solidFill>
                <a:latin typeface="Verdana"/>
                <a:cs typeface="Verdana"/>
              </a:rPr>
              <a:t>(persepsi) </a:t>
            </a:r>
            <a:r>
              <a:rPr dirty="0" sz="2600" spc="-10">
                <a:solidFill>
                  <a:srgbClr val="FFFFFF"/>
                </a:solidFill>
                <a:latin typeface="Verdana"/>
                <a:cs typeface="Verdana"/>
              </a:rPr>
              <a:t>makna</a:t>
            </a:r>
            <a:r>
              <a:rPr dirty="0" sz="26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antara</a:t>
            </a:r>
            <a:r>
              <a:rPr dirty="0" sz="26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105">
                <a:solidFill>
                  <a:srgbClr val="FFFFFF"/>
                </a:solidFill>
                <a:latin typeface="Verdana"/>
                <a:cs typeface="Verdana"/>
              </a:rPr>
              <a:t>individu-</a:t>
            </a:r>
            <a:r>
              <a:rPr dirty="0" sz="2600" spc="-80">
                <a:solidFill>
                  <a:srgbClr val="FFFFFF"/>
                </a:solidFill>
                <a:latin typeface="Verdana"/>
                <a:cs typeface="Verdana"/>
              </a:rPr>
              <a:t>individu</a:t>
            </a:r>
            <a:r>
              <a:rPr dirty="0" sz="26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Verdana"/>
                <a:cs typeface="Verdana"/>
              </a:rPr>
              <a:t>yang </a:t>
            </a:r>
            <a:r>
              <a:rPr dirty="0" sz="2600" spc="-10">
                <a:solidFill>
                  <a:srgbClr val="FFFFFF"/>
                </a:solidFill>
                <a:latin typeface="Verdana"/>
                <a:cs typeface="Verdana"/>
              </a:rPr>
              <a:t>terlibat.</a:t>
            </a:r>
            <a:endParaRPr sz="2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067" y="476503"/>
            <a:ext cx="5628005" cy="13061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200" spc="-495">
                <a:solidFill>
                  <a:srgbClr val="EBEBEB"/>
                </a:solidFill>
              </a:rPr>
              <a:t>DEFENISI</a:t>
            </a:r>
            <a:r>
              <a:rPr dirty="0" sz="4200" spc="-40">
                <a:solidFill>
                  <a:srgbClr val="EBEBEB"/>
                </a:solidFill>
              </a:rPr>
              <a:t> </a:t>
            </a:r>
            <a:r>
              <a:rPr dirty="0" sz="4200" spc="-300">
                <a:solidFill>
                  <a:srgbClr val="EBEBEB"/>
                </a:solidFill>
              </a:rPr>
              <a:t>KOMUNIKASI </a:t>
            </a:r>
            <a:r>
              <a:rPr dirty="0" sz="4200" spc="-545">
                <a:solidFill>
                  <a:srgbClr val="EBEBEB"/>
                </a:solidFill>
              </a:rPr>
              <a:t>EFEKTIF</a:t>
            </a:r>
            <a:endParaRPr sz="4200"/>
          </a:p>
        </p:txBody>
      </p:sp>
      <p:sp>
        <p:nvSpPr>
          <p:cNvPr id="3" name="object 3" descr=""/>
          <p:cNvSpPr txBox="1"/>
          <p:nvPr/>
        </p:nvSpPr>
        <p:spPr>
          <a:xfrm>
            <a:off x="905967" y="2049526"/>
            <a:ext cx="6471285" cy="387794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355600" marR="5080" indent="-342900">
              <a:lnSpc>
                <a:spcPts val="2160"/>
              </a:lnSpc>
              <a:spcBef>
                <a:spcPts val="375"/>
              </a:spcBef>
              <a:tabLst>
                <a:tab pos="354965" algn="l"/>
              </a:tabLst>
            </a:pPr>
            <a:r>
              <a:rPr dirty="0" sz="1600" spc="235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95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0">
                <a:solidFill>
                  <a:srgbClr val="FFFFFF"/>
                </a:solidFill>
                <a:latin typeface="Verdana"/>
                <a:cs typeface="Verdana"/>
              </a:rPr>
              <a:t>efektif</a:t>
            </a:r>
            <a:r>
              <a:rPr dirty="0" sz="20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Verdana"/>
                <a:cs typeface="Verdana"/>
              </a:rPr>
              <a:t>adalah</a:t>
            </a:r>
            <a:r>
              <a:rPr dirty="0" sz="20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95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r>
              <a:rPr dirty="0" sz="20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Verdana"/>
                <a:cs typeface="Verdana"/>
              </a:rPr>
              <a:t>yang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mampu</a:t>
            </a:r>
            <a:r>
              <a:rPr dirty="0" sz="2000" spc="-1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30" b="1">
                <a:solidFill>
                  <a:srgbClr val="FFFFFF"/>
                </a:solidFill>
                <a:latin typeface="Tahoma"/>
                <a:cs typeface="Tahoma"/>
              </a:rPr>
              <a:t>menghasilkan</a:t>
            </a:r>
            <a:r>
              <a:rPr dirty="0" sz="2000" spc="-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perubahan</a:t>
            </a:r>
            <a:r>
              <a:rPr dirty="0" sz="2000" spc="-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Tahoma"/>
                <a:cs typeface="Tahoma"/>
              </a:rPr>
              <a:t>sikap</a:t>
            </a:r>
            <a:r>
              <a:rPr dirty="0" sz="200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dirty="0" sz="2000" spc="-10" i="1">
                <a:solidFill>
                  <a:srgbClr val="FFFFFF"/>
                </a:solidFill>
                <a:latin typeface="Verdana"/>
                <a:cs typeface="Verdana"/>
              </a:rPr>
              <a:t>attitude </a:t>
            </a:r>
            <a:r>
              <a:rPr dirty="0" sz="2000" spc="45" i="1">
                <a:solidFill>
                  <a:srgbClr val="FFFFFF"/>
                </a:solidFill>
                <a:latin typeface="Verdana"/>
                <a:cs typeface="Verdana"/>
              </a:rPr>
              <a:t>change</a:t>
            </a:r>
            <a:r>
              <a:rPr dirty="0" sz="2000" spc="45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r>
              <a:rPr dirty="0" sz="20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130">
                <a:solidFill>
                  <a:srgbClr val="FFFFFF"/>
                </a:solidFill>
                <a:latin typeface="Verdana"/>
                <a:cs typeface="Verdana"/>
              </a:rPr>
              <a:t>pada</a:t>
            </a:r>
            <a:r>
              <a:rPr dirty="0" sz="20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orang</a:t>
            </a:r>
            <a:r>
              <a:rPr dirty="0" sz="20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20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0">
                <a:solidFill>
                  <a:srgbClr val="FFFFFF"/>
                </a:solidFill>
                <a:latin typeface="Verdana"/>
                <a:cs typeface="Verdana"/>
              </a:rPr>
              <a:t>terlibat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dalam komunikasi.</a:t>
            </a:r>
            <a:endParaRPr sz="2000">
              <a:latin typeface="Verdana"/>
              <a:cs typeface="Verdana"/>
            </a:endParaRPr>
          </a:p>
          <a:p>
            <a:pPr marL="355600" marR="27940" indent="-342900">
              <a:lnSpc>
                <a:spcPts val="216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600" spc="235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105">
                <a:solidFill>
                  <a:srgbClr val="FFFFFF"/>
                </a:solidFill>
                <a:latin typeface="Verdana"/>
                <a:cs typeface="Verdana"/>
              </a:rPr>
              <a:t>Proses</a:t>
            </a:r>
            <a:r>
              <a:rPr dirty="0" sz="20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95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r>
              <a:rPr dirty="0" sz="20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0">
                <a:solidFill>
                  <a:srgbClr val="FFFFFF"/>
                </a:solidFill>
                <a:latin typeface="Verdana"/>
                <a:cs typeface="Verdana"/>
              </a:rPr>
              <a:t>efektif</a:t>
            </a:r>
            <a:r>
              <a:rPr dirty="0" sz="20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0">
                <a:solidFill>
                  <a:srgbClr val="FFFFFF"/>
                </a:solidFill>
                <a:latin typeface="Verdana"/>
                <a:cs typeface="Verdana"/>
              </a:rPr>
              <a:t>artinya</a:t>
            </a:r>
            <a:r>
              <a:rPr dirty="0" sz="20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0" b="1">
                <a:solidFill>
                  <a:srgbClr val="FFFFFF"/>
                </a:solidFill>
                <a:latin typeface="Tahoma"/>
                <a:cs typeface="Tahoma"/>
              </a:rPr>
              <a:t>proses</a:t>
            </a:r>
            <a:r>
              <a:rPr dirty="0" sz="2000" spc="-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dimana </a:t>
            </a:r>
            <a:r>
              <a:rPr dirty="0" sz="2000" spc="-60" b="1">
                <a:solidFill>
                  <a:srgbClr val="FFFFFF"/>
                </a:solidFill>
                <a:latin typeface="Tahoma"/>
                <a:cs typeface="Tahoma"/>
              </a:rPr>
              <a:t>komunikator</a:t>
            </a:r>
            <a:r>
              <a:rPr dirty="0" sz="200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dan</a:t>
            </a:r>
            <a:r>
              <a:rPr dirty="0" sz="2000" spc="-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40" b="1">
                <a:solidFill>
                  <a:srgbClr val="FFFFFF"/>
                </a:solidFill>
                <a:latin typeface="Tahoma"/>
                <a:cs typeface="Tahoma"/>
              </a:rPr>
              <a:t>komunikan</a:t>
            </a:r>
            <a:r>
              <a:rPr dirty="0" sz="20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40" b="1">
                <a:solidFill>
                  <a:srgbClr val="FFFFFF"/>
                </a:solidFill>
                <a:latin typeface="Tahoma"/>
                <a:cs typeface="Tahoma"/>
              </a:rPr>
              <a:t>saling</a:t>
            </a:r>
            <a:r>
              <a:rPr dirty="0" sz="2000" spc="-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bertukar </a:t>
            </a:r>
            <a:r>
              <a:rPr dirty="0" sz="2000" spc="-100" b="1">
                <a:solidFill>
                  <a:srgbClr val="FFFFFF"/>
                </a:solidFill>
                <a:latin typeface="Tahoma"/>
                <a:cs typeface="Tahoma"/>
              </a:rPr>
              <a:t>informasi,</a:t>
            </a:r>
            <a:r>
              <a:rPr dirty="0" sz="2000" spc="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ide,</a:t>
            </a:r>
            <a:r>
              <a:rPr dirty="0" sz="2000" spc="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kepercayaan,</a:t>
            </a:r>
            <a:r>
              <a:rPr dirty="0" sz="2000" spc="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perasaan</a:t>
            </a:r>
            <a:r>
              <a:rPr dirty="0" sz="2000" spc="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dan</a:t>
            </a:r>
            <a:r>
              <a:rPr dirty="0" sz="2000" spc="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sikap </a:t>
            </a:r>
            <a:r>
              <a:rPr dirty="0" sz="2000" spc="-20" b="1">
                <a:solidFill>
                  <a:srgbClr val="FFFFFF"/>
                </a:solidFill>
                <a:latin typeface="Tahoma"/>
                <a:cs typeface="Tahoma"/>
              </a:rPr>
              <a:t>antara</a:t>
            </a:r>
            <a:r>
              <a:rPr dirty="0" sz="20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dua</a:t>
            </a:r>
            <a:r>
              <a:rPr dirty="0" sz="2000" spc="-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orang</a:t>
            </a:r>
            <a:r>
              <a:rPr dirty="0" sz="20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atau</a:t>
            </a:r>
            <a:r>
              <a:rPr dirty="0" sz="2000" spc="-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kelompok</a:t>
            </a:r>
            <a:r>
              <a:rPr dirty="0" sz="2000" spc="-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yang</a:t>
            </a:r>
            <a:r>
              <a:rPr dirty="0" sz="2000" spc="-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hasilnya </a:t>
            </a:r>
            <a:r>
              <a:rPr dirty="0" sz="2000" spc="-50" b="1">
                <a:solidFill>
                  <a:srgbClr val="FFFFFF"/>
                </a:solidFill>
                <a:latin typeface="Tahoma"/>
                <a:cs typeface="Tahoma"/>
              </a:rPr>
              <a:t>sesuai</a:t>
            </a:r>
            <a:r>
              <a:rPr dirty="0" sz="2000" spc="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dengan</a:t>
            </a:r>
            <a:r>
              <a:rPr dirty="0" sz="2000" spc="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harapan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355600" marR="133985" indent="-342900">
              <a:lnSpc>
                <a:spcPts val="2160"/>
              </a:lnSpc>
              <a:spcBef>
                <a:spcPts val="1000"/>
              </a:spcBef>
              <a:tabLst>
                <a:tab pos="354965" algn="l"/>
              </a:tabLst>
            </a:pPr>
            <a:r>
              <a:rPr dirty="0" sz="1600" spc="235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25">
                <a:solidFill>
                  <a:srgbClr val="FFFFFF"/>
                </a:solidFill>
                <a:latin typeface="Verdana"/>
                <a:cs typeface="Verdana"/>
              </a:rPr>
              <a:t>Sederhananya,</a:t>
            </a:r>
            <a:r>
              <a:rPr dirty="0" sz="20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95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r>
              <a:rPr dirty="0" sz="20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0">
                <a:solidFill>
                  <a:srgbClr val="FFFFFF"/>
                </a:solidFill>
                <a:latin typeface="Verdana"/>
                <a:cs typeface="Verdana"/>
              </a:rPr>
              <a:t>efektif</a:t>
            </a:r>
            <a:r>
              <a:rPr dirty="0" sz="20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Verdana"/>
                <a:cs typeface="Verdana"/>
              </a:rPr>
              <a:t>adalah</a:t>
            </a:r>
            <a:r>
              <a:rPr dirty="0" sz="20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0" b="1">
                <a:solidFill>
                  <a:srgbClr val="FFFFFF"/>
                </a:solidFill>
                <a:latin typeface="Tahoma"/>
                <a:cs typeface="Tahoma"/>
              </a:rPr>
              <a:t>proses </a:t>
            </a:r>
            <a:r>
              <a:rPr dirty="0" sz="2000" spc="-55" b="1">
                <a:solidFill>
                  <a:srgbClr val="FFFFFF"/>
                </a:solidFill>
                <a:latin typeface="Tahoma"/>
                <a:cs typeface="Tahoma"/>
              </a:rPr>
              <a:t>komunikasi</a:t>
            </a:r>
            <a:r>
              <a:rPr dirty="0" sz="2000" spc="-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dimana</a:t>
            </a:r>
            <a:r>
              <a:rPr dirty="0" sz="20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40" b="1">
                <a:solidFill>
                  <a:srgbClr val="FFFFFF"/>
                </a:solidFill>
                <a:latin typeface="Tahoma"/>
                <a:cs typeface="Tahoma"/>
              </a:rPr>
              <a:t>komunikan</a:t>
            </a:r>
            <a:r>
              <a:rPr dirty="0" sz="2000" spc="-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FFFFFF"/>
                </a:solidFill>
                <a:latin typeface="Tahoma"/>
                <a:cs typeface="Tahoma"/>
              </a:rPr>
              <a:t>mengerti</a:t>
            </a:r>
            <a:r>
              <a:rPr dirty="0" sz="20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65" b="1">
                <a:solidFill>
                  <a:srgbClr val="FFFFFF"/>
                </a:solidFill>
                <a:latin typeface="Tahoma"/>
                <a:cs typeface="Tahoma"/>
              </a:rPr>
              <a:t>apa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yang</a:t>
            </a:r>
            <a:r>
              <a:rPr dirty="0" sz="20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disampaikan</a:t>
            </a:r>
            <a:r>
              <a:rPr dirty="0" sz="2000" spc="-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dan</a:t>
            </a:r>
            <a:r>
              <a:rPr dirty="0" sz="2000" spc="-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melakukan</a:t>
            </a:r>
            <a:r>
              <a:rPr dirty="0" sz="2000" spc="-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65" b="1">
                <a:solidFill>
                  <a:srgbClr val="FFFFFF"/>
                </a:solidFill>
                <a:latin typeface="Tahoma"/>
                <a:cs typeface="Tahoma"/>
              </a:rPr>
              <a:t>apa</a:t>
            </a:r>
            <a:endParaRPr sz="2000">
              <a:latin typeface="Tahoma"/>
              <a:cs typeface="Tahoma"/>
            </a:endParaRPr>
          </a:p>
          <a:p>
            <a:pPr marL="355600">
              <a:lnSpc>
                <a:spcPts val="2130"/>
              </a:lnSpc>
            </a:pP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yang</a:t>
            </a:r>
            <a:r>
              <a:rPr dirty="0" sz="2000" spc="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FFFFFF"/>
                </a:solidFill>
                <a:latin typeface="Tahoma"/>
                <a:cs typeface="Tahoma"/>
              </a:rPr>
              <a:t>komunikator</a:t>
            </a:r>
            <a:r>
              <a:rPr dirty="0" sz="2000" spc="-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inginkan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74320"/>
            <a:ext cx="9144000" cy="1143000"/>
          </a:xfrm>
          <a:prstGeom prst="rect"/>
          <a:solidFill>
            <a:srgbClr val="FF9900"/>
          </a:solidFill>
        </p:spPr>
        <p:txBody>
          <a:bodyPr wrap="square" lIns="0" tIns="3429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dirty="0" sz="4200" spc="-80" b="0">
                <a:solidFill>
                  <a:srgbClr val="EBEBEB"/>
                </a:solidFill>
                <a:latin typeface="Verdana"/>
                <a:cs typeface="Verdana"/>
              </a:rPr>
              <a:t>Tujuan</a:t>
            </a:r>
            <a:endParaRPr sz="42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5967" y="1954123"/>
            <a:ext cx="6497955" cy="298259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30">
                <a:solidFill>
                  <a:srgbClr val="FFFFFF"/>
                </a:solidFill>
                <a:latin typeface="Verdana"/>
                <a:cs typeface="Verdana"/>
              </a:rPr>
              <a:t>Berhubungan</a:t>
            </a:r>
            <a:r>
              <a:rPr dirty="0" sz="20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Verdana"/>
                <a:cs typeface="Verdana"/>
              </a:rPr>
              <a:t>dengan</a:t>
            </a:r>
            <a:r>
              <a:rPr dirty="0" sz="20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orang</a:t>
            </a:r>
            <a:r>
              <a:rPr dirty="0" sz="20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Verdana"/>
                <a:cs typeface="Verdana"/>
              </a:rPr>
              <a:t>lain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30">
                <a:solidFill>
                  <a:srgbClr val="FFFFFF"/>
                </a:solidFill>
                <a:latin typeface="Verdana"/>
                <a:cs typeface="Verdana"/>
              </a:rPr>
              <a:t>Mempelajari/mengajarkan</a:t>
            </a:r>
            <a:r>
              <a:rPr dirty="0" sz="2000" spc="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sesuatu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Mempengaruhi</a:t>
            </a:r>
            <a:r>
              <a:rPr dirty="0" sz="20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Verdana"/>
                <a:cs typeface="Verdana"/>
              </a:rPr>
              <a:t>motivasi</a:t>
            </a:r>
            <a:r>
              <a:rPr dirty="0" sz="20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dirty="0" sz="20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Verdana"/>
                <a:cs typeface="Verdana"/>
              </a:rPr>
              <a:t>perilaku</a:t>
            </a:r>
            <a:r>
              <a:rPr dirty="0" sz="20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seseorang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ts val="2160"/>
              </a:lnSpc>
              <a:spcBef>
                <a:spcPts val="1030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Mengungkapkan</a:t>
            </a:r>
            <a:r>
              <a:rPr dirty="0" sz="200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perasaan,</a:t>
            </a:r>
            <a:r>
              <a:rPr dirty="0" sz="20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Verdana"/>
                <a:cs typeface="Verdana"/>
              </a:rPr>
              <a:t>menjelaskan</a:t>
            </a:r>
            <a:r>
              <a:rPr dirty="0" sz="20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Verdana"/>
                <a:cs typeface="Verdana"/>
              </a:rPr>
              <a:t>perilaku </a:t>
            </a:r>
            <a:r>
              <a:rPr dirty="0" sz="2000" spc="-60">
                <a:solidFill>
                  <a:srgbClr val="FFFFFF"/>
                </a:solidFill>
                <a:latin typeface="Verdana"/>
                <a:cs typeface="Verdana"/>
              </a:rPr>
              <a:t>sendiri/orang</a:t>
            </a:r>
            <a:r>
              <a:rPr dirty="0" sz="20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Verdana"/>
                <a:cs typeface="Verdana"/>
              </a:rPr>
              <a:t>lain</a:t>
            </a:r>
            <a:endParaRPr sz="2000">
              <a:latin typeface="Verdana"/>
              <a:cs typeface="Verdana"/>
            </a:endParaRPr>
          </a:p>
          <a:p>
            <a:pPr marL="355600" marR="479425" indent="-342900">
              <a:lnSpc>
                <a:spcPts val="216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20">
                <a:solidFill>
                  <a:srgbClr val="FFFFFF"/>
                </a:solidFill>
                <a:latin typeface="Verdana"/>
                <a:cs typeface="Verdana"/>
              </a:rPr>
              <a:t>Menyelesaikan</a:t>
            </a:r>
            <a:r>
              <a:rPr dirty="0" sz="20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sebuah</a:t>
            </a:r>
            <a:r>
              <a:rPr dirty="0" sz="20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40">
                <a:solidFill>
                  <a:srgbClr val="FFFFFF"/>
                </a:solidFill>
                <a:latin typeface="Verdana"/>
                <a:cs typeface="Verdana"/>
              </a:rPr>
              <a:t>masalah,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ketegangan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atau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 konflik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85">
                <a:solidFill>
                  <a:srgbClr val="FFFFFF"/>
                </a:solidFill>
                <a:latin typeface="Verdana"/>
                <a:cs typeface="Verdana"/>
              </a:rPr>
              <a:t>Mencapai</a:t>
            </a:r>
            <a:r>
              <a:rPr dirty="0" sz="20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sebuah</a:t>
            </a:r>
            <a:r>
              <a:rPr dirty="0" sz="20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tujuan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74320"/>
            <a:ext cx="9144000" cy="1143000"/>
          </a:xfrm>
          <a:prstGeom prst="rect"/>
          <a:solidFill>
            <a:srgbClr val="3366CC"/>
          </a:solidFill>
        </p:spPr>
        <p:txBody>
          <a:bodyPr wrap="square" lIns="0" tIns="5080" rIns="0" bIns="0" rtlCol="0" vert="horz">
            <a:spAutoFit/>
          </a:bodyPr>
          <a:lstStyle/>
          <a:p>
            <a:pPr marL="91440" marR="1421130">
              <a:lnSpc>
                <a:spcPct val="100000"/>
              </a:lnSpc>
              <a:spcBef>
                <a:spcPts val="40"/>
              </a:spcBef>
            </a:pPr>
            <a:r>
              <a:rPr dirty="0" sz="4000" spc="-330" b="0">
                <a:solidFill>
                  <a:srgbClr val="EBEBEB"/>
                </a:solidFill>
                <a:latin typeface="Franklin Gothic Medium"/>
                <a:cs typeface="Franklin Gothic Medium"/>
              </a:rPr>
              <a:t>5</a:t>
            </a:r>
            <a:r>
              <a:rPr dirty="0" sz="4000" spc="-240" b="0">
                <a:solidFill>
                  <a:srgbClr val="EBEBEB"/>
                </a:solidFill>
                <a:latin typeface="Franklin Gothic Medium"/>
                <a:cs typeface="Franklin Gothic Medium"/>
              </a:rPr>
              <a:t> </a:t>
            </a:r>
            <a:r>
              <a:rPr dirty="0" sz="4000" spc="-350" b="0">
                <a:solidFill>
                  <a:srgbClr val="EBEBEB"/>
                </a:solidFill>
                <a:latin typeface="Franklin Gothic Medium"/>
                <a:cs typeface="Franklin Gothic Medium"/>
              </a:rPr>
              <a:t>Komponen</a:t>
            </a:r>
            <a:r>
              <a:rPr dirty="0" sz="4000" spc="-220" b="0">
                <a:solidFill>
                  <a:srgbClr val="EBEBEB"/>
                </a:solidFill>
                <a:latin typeface="Franklin Gothic Medium"/>
                <a:cs typeface="Franklin Gothic Medium"/>
              </a:rPr>
              <a:t> </a:t>
            </a:r>
            <a:r>
              <a:rPr dirty="0" sz="4000" spc="-210" b="0">
                <a:solidFill>
                  <a:srgbClr val="EBEBEB"/>
                </a:solidFill>
                <a:latin typeface="Franklin Gothic Medium"/>
                <a:cs typeface="Franklin Gothic Medium"/>
              </a:rPr>
              <a:t>penting</a:t>
            </a:r>
            <a:r>
              <a:rPr dirty="0" sz="4000" spc="-225" b="0">
                <a:solidFill>
                  <a:srgbClr val="EBEBEB"/>
                </a:solidFill>
                <a:latin typeface="Franklin Gothic Medium"/>
                <a:cs typeface="Franklin Gothic Medium"/>
              </a:rPr>
              <a:t> </a:t>
            </a:r>
            <a:r>
              <a:rPr dirty="0" sz="4000" spc="-310" b="0">
                <a:solidFill>
                  <a:srgbClr val="EBEBEB"/>
                </a:solidFill>
                <a:latin typeface="Franklin Gothic Medium"/>
                <a:cs typeface="Franklin Gothic Medium"/>
              </a:rPr>
              <a:t>dalam</a:t>
            </a:r>
            <a:r>
              <a:rPr dirty="0" sz="4000" spc="-215" b="0">
                <a:solidFill>
                  <a:srgbClr val="EBEBEB"/>
                </a:solidFill>
                <a:latin typeface="Franklin Gothic Medium"/>
                <a:cs typeface="Franklin Gothic Medium"/>
              </a:rPr>
              <a:t> </a:t>
            </a:r>
            <a:r>
              <a:rPr dirty="0" sz="4000" spc="-290" b="0">
                <a:solidFill>
                  <a:srgbClr val="EBEBEB"/>
                </a:solidFill>
                <a:latin typeface="Franklin Gothic Medium"/>
                <a:cs typeface="Franklin Gothic Medium"/>
              </a:rPr>
              <a:t>Komunikasi </a:t>
            </a:r>
            <a:r>
              <a:rPr dirty="0" sz="4000" spc="-105" b="0">
                <a:solidFill>
                  <a:srgbClr val="EBEBEB"/>
                </a:solidFill>
                <a:latin typeface="Franklin Gothic Medium"/>
                <a:cs typeface="Franklin Gothic Medium"/>
              </a:rPr>
              <a:t>(Unsur-</a:t>
            </a:r>
            <a:r>
              <a:rPr dirty="0" sz="4000" spc="-215" b="0">
                <a:solidFill>
                  <a:srgbClr val="EBEBEB"/>
                </a:solidFill>
                <a:latin typeface="Franklin Gothic Medium"/>
                <a:cs typeface="Franklin Gothic Medium"/>
              </a:rPr>
              <a:t>unsur</a:t>
            </a:r>
            <a:r>
              <a:rPr dirty="0" sz="4000" spc="-195" b="0">
                <a:solidFill>
                  <a:srgbClr val="EBEBEB"/>
                </a:solidFill>
                <a:latin typeface="Franklin Gothic Medium"/>
                <a:cs typeface="Franklin Gothic Medium"/>
              </a:rPr>
              <a:t> </a:t>
            </a:r>
            <a:r>
              <a:rPr dirty="0" sz="4000" spc="-310" b="0">
                <a:solidFill>
                  <a:srgbClr val="EBEBEB"/>
                </a:solidFill>
                <a:latin typeface="Franklin Gothic Medium"/>
                <a:cs typeface="Franklin Gothic Medium"/>
              </a:rPr>
              <a:t>dalam</a:t>
            </a:r>
            <a:r>
              <a:rPr dirty="0" sz="4000" spc="-210" b="0">
                <a:solidFill>
                  <a:srgbClr val="EBEBEB"/>
                </a:solidFill>
                <a:latin typeface="Franklin Gothic Medium"/>
                <a:cs typeface="Franklin Gothic Medium"/>
              </a:rPr>
              <a:t> </a:t>
            </a:r>
            <a:r>
              <a:rPr dirty="0" sz="4000" spc="-125" b="0">
                <a:solidFill>
                  <a:srgbClr val="EBEBEB"/>
                </a:solidFill>
                <a:latin typeface="Franklin Gothic Medium"/>
                <a:cs typeface="Franklin Gothic Medium"/>
              </a:rPr>
              <a:t>Komunikasi)</a:t>
            </a:r>
            <a:endParaRPr sz="4000">
              <a:latin typeface="Franklin Gothic Medium"/>
              <a:cs typeface="Franklin Gothic Medium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5967" y="1954123"/>
            <a:ext cx="6443980" cy="3948429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70">
                <a:solidFill>
                  <a:srgbClr val="FFFFFF"/>
                </a:solidFill>
                <a:latin typeface="Verdana"/>
                <a:cs typeface="Verdana"/>
              </a:rPr>
              <a:t>Pengirim</a:t>
            </a:r>
            <a:r>
              <a:rPr dirty="0" sz="20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r>
              <a:rPr dirty="0" sz="20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5" i="1">
                <a:solidFill>
                  <a:srgbClr val="FFFFFF"/>
                </a:solidFill>
                <a:latin typeface="Verdana"/>
                <a:cs typeface="Verdana"/>
              </a:rPr>
              <a:t>(sender</a:t>
            </a:r>
            <a:r>
              <a:rPr dirty="0" sz="2000" spc="-14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0" i="1">
                <a:solidFill>
                  <a:srgbClr val="FFFFFF"/>
                </a:solidFill>
                <a:latin typeface="Verdana"/>
                <a:cs typeface="Verdana"/>
              </a:rPr>
              <a:t>/</a:t>
            </a:r>
            <a:r>
              <a:rPr dirty="0" sz="2000" spc="-10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 i="1">
                <a:solidFill>
                  <a:srgbClr val="FFFFFF"/>
                </a:solidFill>
                <a:latin typeface="Verdana"/>
                <a:cs typeface="Verdana"/>
              </a:rPr>
              <a:t>Communicator)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20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dikirim</a:t>
            </a:r>
            <a:r>
              <a:rPr dirty="0" sz="20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 i="1">
                <a:solidFill>
                  <a:srgbClr val="FFFFFF"/>
                </a:solidFill>
                <a:latin typeface="Verdana"/>
                <a:cs typeface="Verdana"/>
              </a:rPr>
              <a:t>(message)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ts val="2280"/>
              </a:lnSpc>
              <a:spcBef>
                <a:spcPts val="770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Bagaimana</a:t>
            </a:r>
            <a:r>
              <a:rPr dirty="0" sz="20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r>
              <a:rPr dirty="0" sz="20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Verdana"/>
                <a:cs typeface="Verdana"/>
              </a:rPr>
              <a:t>tersebut</a:t>
            </a:r>
            <a:r>
              <a:rPr dirty="0" sz="20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5">
                <a:solidFill>
                  <a:srgbClr val="FFFFFF"/>
                </a:solidFill>
                <a:latin typeface="Verdana"/>
                <a:cs typeface="Verdana"/>
              </a:rPr>
              <a:t>dikirimkan</a:t>
            </a:r>
            <a:r>
              <a:rPr dirty="0" sz="20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i="1">
                <a:solidFill>
                  <a:srgbClr val="FFFFFF"/>
                </a:solidFill>
                <a:latin typeface="Verdana"/>
                <a:cs typeface="Verdana"/>
              </a:rPr>
              <a:t>(channel</a:t>
            </a:r>
            <a:r>
              <a:rPr dirty="0" sz="2000" spc="-6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0" i="1">
                <a:solidFill>
                  <a:srgbClr val="FFFFFF"/>
                </a:solidFill>
                <a:latin typeface="Verdana"/>
                <a:cs typeface="Verdana"/>
              </a:rPr>
              <a:t>/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ts val="2280"/>
              </a:lnSpc>
            </a:pPr>
            <a:r>
              <a:rPr dirty="0" sz="2000" spc="-10" i="1">
                <a:solidFill>
                  <a:srgbClr val="FFFFFF"/>
                </a:solidFill>
                <a:latin typeface="Verdana"/>
                <a:cs typeface="Verdana"/>
              </a:rPr>
              <a:t>media)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-25">
                <a:solidFill>
                  <a:srgbClr val="FFFFFF"/>
                </a:solidFill>
                <a:latin typeface="Verdana"/>
                <a:cs typeface="Verdana"/>
              </a:rPr>
              <a:t>Penerima</a:t>
            </a:r>
            <a:r>
              <a:rPr dirty="0" sz="20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r>
              <a:rPr dirty="0" sz="20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 i="1">
                <a:solidFill>
                  <a:srgbClr val="FFFFFF"/>
                </a:solidFill>
                <a:latin typeface="Verdana"/>
                <a:cs typeface="Verdana"/>
              </a:rPr>
              <a:t>(reciever)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354965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Umpan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Verdana"/>
                <a:cs typeface="Verdana"/>
              </a:rPr>
              <a:t>balik</a:t>
            </a:r>
            <a:r>
              <a:rPr dirty="0" sz="20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 i="1">
                <a:solidFill>
                  <a:srgbClr val="FFFFFF"/>
                </a:solidFill>
                <a:latin typeface="Verdana"/>
                <a:cs typeface="Verdana"/>
              </a:rPr>
              <a:t>(feedback)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2000">
              <a:latin typeface="Verdana"/>
              <a:cs typeface="Verdan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dirty="0" sz="2400" spc="-515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dirty="0" sz="24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04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dirty="0" sz="24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60">
                <a:solidFill>
                  <a:srgbClr val="FFFFFF"/>
                </a:solidFill>
                <a:latin typeface="Verdana"/>
                <a:cs typeface="Verdana"/>
              </a:rPr>
              <a:t>ketrampilan</a:t>
            </a:r>
            <a:r>
              <a:rPr dirty="0" sz="2400" spc="-1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dasar</a:t>
            </a:r>
            <a:r>
              <a:rPr dirty="0" sz="24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14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r>
              <a:rPr dirty="0" sz="24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475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120650">
              <a:lnSpc>
                <a:spcPts val="2735"/>
              </a:lnSpc>
              <a:spcBef>
                <a:spcPts val="705"/>
              </a:spcBef>
            </a:pPr>
            <a:r>
              <a:rPr dirty="0" sz="2400" spc="-220">
                <a:solidFill>
                  <a:srgbClr val="FFFFFF"/>
                </a:solidFill>
                <a:latin typeface="Verdana"/>
                <a:cs typeface="Verdana"/>
              </a:rPr>
              <a:t>(1)</a:t>
            </a:r>
            <a:r>
              <a:rPr dirty="0" sz="24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Verdana"/>
                <a:cs typeface="Verdana"/>
              </a:rPr>
              <a:t>mendengar;</a:t>
            </a:r>
            <a:r>
              <a:rPr dirty="0" sz="24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(2)</a:t>
            </a:r>
            <a:r>
              <a:rPr dirty="0" sz="24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membaca;</a:t>
            </a:r>
            <a:r>
              <a:rPr dirty="0" sz="24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(3)</a:t>
            </a:r>
            <a:r>
              <a:rPr dirty="0" sz="24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14">
                <a:solidFill>
                  <a:srgbClr val="FFFFFF"/>
                </a:solidFill>
                <a:latin typeface="Verdana"/>
                <a:cs typeface="Verdana"/>
              </a:rPr>
              <a:t>menulis;</a:t>
            </a:r>
            <a:endParaRPr sz="2400">
              <a:latin typeface="Verdana"/>
              <a:cs typeface="Verdana"/>
            </a:endParaRPr>
          </a:p>
          <a:p>
            <a:pPr marL="2470785">
              <a:lnSpc>
                <a:spcPts val="2735"/>
              </a:lnSpc>
            </a:pPr>
            <a:r>
              <a:rPr dirty="0" sz="2400" spc="-220">
                <a:solidFill>
                  <a:srgbClr val="FFFFFF"/>
                </a:solidFill>
                <a:latin typeface="Verdana"/>
                <a:cs typeface="Verdana"/>
              </a:rPr>
              <a:t>(4)</a:t>
            </a:r>
            <a:r>
              <a:rPr dirty="0" sz="24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Verdana"/>
                <a:cs typeface="Verdana"/>
              </a:rPr>
              <a:t>berbicara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350">
                <a:solidFill>
                  <a:srgbClr val="EBEBEB"/>
                </a:solidFill>
              </a:rPr>
              <a:t>JENIS-</a:t>
            </a:r>
            <a:r>
              <a:rPr dirty="0" sz="4200" spc="-409">
                <a:solidFill>
                  <a:srgbClr val="EBEBEB"/>
                </a:solidFill>
              </a:rPr>
              <a:t>JENIS</a:t>
            </a:r>
            <a:r>
              <a:rPr dirty="0" sz="4200" spc="-40">
                <a:solidFill>
                  <a:srgbClr val="EBEBEB"/>
                </a:solidFill>
              </a:rPr>
              <a:t> </a:t>
            </a:r>
            <a:r>
              <a:rPr dirty="0" sz="4200" spc="-300">
                <a:solidFill>
                  <a:srgbClr val="EBEBEB"/>
                </a:solidFill>
              </a:rPr>
              <a:t>KOMUNIKASI</a:t>
            </a:r>
            <a:endParaRPr sz="4200"/>
          </a:p>
        </p:txBody>
      </p:sp>
      <p:sp>
        <p:nvSpPr>
          <p:cNvPr id="3" name="object 3" descr=""/>
          <p:cNvSpPr txBox="1"/>
          <p:nvPr/>
        </p:nvSpPr>
        <p:spPr>
          <a:xfrm>
            <a:off x="905967" y="2029713"/>
            <a:ext cx="6542405" cy="3821429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393700">
              <a:lnSpc>
                <a:spcPts val="1630"/>
              </a:lnSpc>
              <a:spcBef>
                <a:spcPts val="500"/>
              </a:spcBef>
            </a:pP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Menurut</a:t>
            </a:r>
            <a:r>
              <a:rPr dirty="0" sz="17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Potter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60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 Perry</a:t>
            </a:r>
            <a:r>
              <a:rPr dirty="0" sz="17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50">
                <a:solidFill>
                  <a:srgbClr val="FFFFFF"/>
                </a:solidFill>
                <a:latin typeface="Verdana"/>
                <a:cs typeface="Verdana"/>
              </a:rPr>
              <a:t>(1993),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FFFFFF"/>
                </a:solidFill>
                <a:latin typeface="Verdana"/>
                <a:cs typeface="Verdana"/>
              </a:rPr>
              <a:t>Swansburg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55">
                <a:solidFill>
                  <a:srgbClr val="FFFFFF"/>
                </a:solidFill>
                <a:latin typeface="Verdana"/>
                <a:cs typeface="Verdana"/>
              </a:rPr>
              <a:t>(1990),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Szilagyi </a:t>
            </a:r>
            <a:r>
              <a:rPr dirty="0" sz="1700" spc="-150">
                <a:solidFill>
                  <a:srgbClr val="FFFFFF"/>
                </a:solidFill>
                <a:latin typeface="Verdana"/>
                <a:cs typeface="Verdana"/>
              </a:rPr>
              <a:t>(1984),</a:t>
            </a:r>
            <a:r>
              <a:rPr dirty="0" sz="17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60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17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Tappen</a:t>
            </a:r>
            <a:r>
              <a:rPr dirty="0" sz="17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50">
                <a:solidFill>
                  <a:srgbClr val="FFFFFF"/>
                </a:solidFill>
                <a:latin typeface="Verdana"/>
                <a:cs typeface="Verdana"/>
              </a:rPr>
              <a:t>(1995)</a:t>
            </a:r>
            <a:r>
              <a:rPr dirty="0" sz="17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120">
                <a:solidFill>
                  <a:srgbClr val="FFFFFF"/>
                </a:solidFill>
                <a:latin typeface="Verdana"/>
                <a:cs typeface="Verdana"/>
              </a:rPr>
              <a:t>ada</a:t>
            </a: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tiga</a:t>
            </a:r>
            <a:r>
              <a:rPr dirty="0" sz="17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14">
                <a:solidFill>
                  <a:srgbClr val="FFFFFF"/>
                </a:solidFill>
                <a:latin typeface="Verdana"/>
                <a:cs typeface="Verdana"/>
              </a:rPr>
              <a:t>jenis</a:t>
            </a:r>
            <a:r>
              <a:rPr dirty="0" sz="17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r>
              <a:rPr dirty="0" sz="17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yang 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dimanifestasikan</a:t>
            </a:r>
            <a:r>
              <a:rPr dirty="0" sz="17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secara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terapeutik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yaitu:</a:t>
            </a:r>
            <a:endParaRPr sz="1700">
              <a:latin typeface="Verdana"/>
              <a:cs typeface="Verdana"/>
            </a:endParaRPr>
          </a:p>
          <a:p>
            <a:pPr marL="398145" indent="-385445">
              <a:lnSpc>
                <a:spcPct val="100000"/>
              </a:lnSpc>
              <a:spcBef>
                <a:spcPts val="605"/>
              </a:spcBef>
              <a:buClr>
                <a:srgbClr val="89D0D5"/>
              </a:buClr>
              <a:buSzPct val="79411"/>
              <a:buAutoNum type="arabicPeriod"/>
              <a:tabLst>
                <a:tab pos="398145" algn="l"/>
              </a:tabLst>
            </a:pP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VERBAL</a:t>
            </a:r>
            <a:endParaRPr sz="1700">
              <a:latin typeface="Verdana"/>
              <a:cs typeface="Verdana"/>
            </a:endParaRPr>
          </a:p>
          <a:p>
            <a:pPr lvl="1" marL="354965" indent="-342265">
              <a:lnSpc>
                <a:spcPct val="100000"/>
              </a:lnSpc>
              <a:spcBef>
                <a:spcPts val="590"/>
              </a:spcBef>
              <a:buClr>
                <a:srgbClr val="89D0D5"/>
              </a:buClr>
              <a:buSzPct val="79411"/>
              <a:buChar char="-"/>
              <a:tabLst>
                <a:tab pos="354965" algn="l"/>
              </a:tabLst>
            </a:pP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lebih</a:t>
            </a:r>
            <a:r>
              <a:rPr dirty="0" sz="17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akurat</a:t>
            </a:r>
            <a:r>
              <a:rPr dirty="0" sz="17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60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tepat</a:t>
            </a:r>
            <a:r>
              <a:rPr dirty="0" sz="17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waktu</a:t>
            </a:r>
            <a:endParaRPr sz="1700">
              <a:latin typeface="Verdana"/>
              <a:cs typeface="Verdana"/>
            </a:endParaRPr>
          </a:p>
          <a:p>
            <a:pPr lvl="1" marL="355600" marR="8255" indent="-342900">
              <a:lnSpc>
                <a:spcPct val="80000"/>
              </a:lnSpc>
              <a:spcBef>
                <a:spcPts val="1010"/>
              </a:spcBef>
              <a:buClr>
                <a:srgbClr val="89D0D5"/>
              </a:buClr>
              <a:buSzPct val="79411"/>
              <a:buChar char="-"/>
              <a:tabLst>
                <a:tab pos="355600" algn="l"/>
              </a:tabLst>
            </a:pP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sifatnya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tatap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muka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sehingga</a:t>
            </a:r>
            <a:r>
              <a:rPr dirty="0" sz="17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memungkinkan</a:t>
            </a:r>
            <a:r>
              <a:rPr dirty="0" sz="17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tiap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individu 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untuk</a:t>
            </a:r>
            <a:r>
              <a:rPr dirty="0" sz="17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berespon</a:t>
            </a: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secara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langsung</a:t>
            </a:r>
            <a:endParaRPr sz="1700">
              <a:latin typeface="Verdana"/>
              <a:cs typeface="Verdana"/>
            </a:endParaRPr>
          </a:p>
          <a:p>
            <a:pPr lvl="1" marL="355600" marR="5080" indent="-342900">
              <a:lnSpc>
                <a:spcPct val="80000"/>
              </a:lnSpc>
              <a:spcBef>
                <a:spcPts val="994"/>
              </a:spcBef>
              <a:buClr>
                <a:srgbClr val="89D0D5"/>
              </a:buClr>
              <a:buSzPct val="79411"/>
              <a:buChar char="-"/>
              <a:tabLst>
                <a:tab pos="355600" algn="l"/>
              </a:tabLst>
            </a:pPr>
            <a:r>
              <a:rPr dirty="0" sz="1700" spc="-50">
                <a:solidFill>
                  <a:srgbClr val="FFFFFF"/>
                </a:solidFill>
                <a:latin typeface="Verdana"/>
                <a:cs typeface="Verdana"/>
              </a:rPr>
              <a:t>perlu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50">
                <a:solidFill>
                  <a:srgbClr val="FFFFFF"/>
                </a:solidFill>
                <a:latin typeface="Verdana"/>
                <a:cs typeface="Verdana"/>
              </a:rPr>
              <a:t>diperhatikan: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penyampaian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harus</a:t>
            </a: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jelas</a:t>
            </a: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35">
                <a:solidFill>
                  <a:srgbClr val="FFFFFF"/>
                </a:solidFill>
                <a:latin typeface="Verdana"/>
                <a:cs typeface="Verdana"/>
              </a:rPr>
              <a:t>dan 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ringkas,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perbendaharaan</a:t>
            </a:r>
            <a:r>
              <a:rPr dirty="0" sz="170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kata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yang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digunakan,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pemilihan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kata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bermakna</a:t>
            </a:r>
            <a:r>
              <a:rPr dirty="0" sz="17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denotatif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55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konotatif,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waktu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untuk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berbicara/menyela</a:t>
            </a:r>
            <a:r>
              <a:rPr dirty="0" sz="17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60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kesempatan</a:t>
            </a:r>
            <a:r>
              <a:rPr dirty="0" sz="17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berbicara,</a:t>
            </a:r>
            <a:r>
              <a:rPr dirty="0" sz="17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serta </a:t>
            </a: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relevansi</a:t>
            </a:r>
            <a:r>
              <a:rPr dirty="0" sz="17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terhadap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kondisi</a:t>
            </a:r>
            <a:r>
              <a:rPr dirty="0" sz="17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terkait</a:t>
            </a: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akan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disampaikan</a:t>
            </a:r>
            <a:endParaRPr sz="1700">
              <a:latin typeface="Verdana"/>
              <a:cs typeface="Verdana"/>
            </a:endParaRPr>
          </a:p>
          <a:p>
            <a:pPr marL="12700" marR="570230">
              <a:lnSpc>
                <a:spcPts val="1630"/>
              </a:lnSpc>
              <a:spcBef>
                <a:spcPts val="985"/>
              </a:spcBef>
            </a:pPr>
            <a:r>
              <a:rPr dirty="0" sz="1700" spc="-145">
                <a:solidFill>
                  <a:srgbClr val="FFFFFF"/>
                </a:solidFill>
                <a:latin typeface="Verdana"/>
                <a:cs typeface="Verdana"/>
              </a:rPr>
              <a:t>2.</a:t>
            </a:r>
            <a:r>
              <a:rPr dirty="0" sz="17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25">
                <a:solidFill>
                  <a:srgbClr val="FFFFFF"/>
                </a:solidFill>
                <a:latin typeface="Verdana"/>
                <a:cs typeface="Verdana"/>
              </a:rPr>
              <a:t>KOMUNIKASI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NON-</a:t>
            </a:r>
            <a:r>
              <a:rPr dirty="0" sz="1700" spc="-105">
                <a:solidFill>
                  <a:srgbClr val="FFFFFF"/>
                </a:solidFill>
                <a:latin typeface="Verdana"/>
                <a:cs typeface="Verdana"/>
              </a:rPr>
              <a:t>VERBAL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(tertulis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atau</a:t>
            </a: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menggunakan telefon)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570">
                <a:solidFill>
                  <a:srgbClr val="EBEBEB"/>
                </a:solidFill>
              </a:rPr>
              <a:t>PRINSIP</a:t>
            </a:r>
            <a:r>
              <a:rPr dirty="0" sz="4200" spc="10">
                <a:solidFill>
                  <a:srgbClr val="EBEBEB"/>
                </a:solidFill>
              </a:rPr>
              <a:t> </a:t>
            </a:r>
            <a:r>
              <a:rPr dirty="0" sz="4200" spc="-300">
                <a:solidFill>
                  <a:srgbClr val="EBEBEB"/>
                </a:solidFill>
              </a:rPr>
              <a:t>KOMUNIKASI</a:t>
            </a:r>
            <a:endParaRPr sz="4200"/>
          </a:p>
        </p:txBody>
      </p:sp>
      <p:sp>
        <p:nvSpPr>
          <p:cNvPr id="3" name="object 3" descr=""/>
          <p:cNvSpPr txBox="1"/>
          <p:nvPr/>
        </p:nvSpPr>
        <p:spPr>
          <a:xfrm>
            <a:off x="905967" y="1957171"/>
            <a:ext cx="6517640" cy="4050029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Sering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dirangkum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dalam</a:t>
            </a:r>
            <a:r>
              <a:rPr dirty="0" sz="17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Tahoma"/>
                <a:cs typeface="Tahoma"/>
              </a:rPr>
              <a:t>“REACH”</a:t>
            </a:r>
            <a:endParaRPr sz="1700">
              <a:latin typeface="Tahoma"/>
              <a:cs typeface="Tahoma"/>
            </a:endParaRPr>
          </a:p>
          <a:p>
            <a:pPr marL="355600" marR="545465" indent="-342900">
              <a:lnSpc>
                <a:spcPts val="1850"/>
              </a:lnSpc>
              <a:spcBef>
                <a:spcPts val="1000"/>
              </a:spcBef>
              <a:tabLst>
                <a:tab pos="354965" algn="l"/>
              </a:tabLst>
            </a:pPr>
            <a:r>
              <a:rPr dirty="0" sz="1350" spc="204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35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700" spc="-26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17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375" b="1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dirty="0" sz="1700" spc="-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25" b="1">
                <a:solidFill>
                  <a:srgbClr val="FFFFFF"/>
                </a:solidFill>
                <a:latin typeface="Tahoma"/>
                <a:cs typeface="Tahoma"/>
              </a:rPr>
              <a:t>Respect</a:t>
            </a:r>
            <a:r>
              <a:rPr dirty="0" sz="1700" spc="-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dirty="0" sz="17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sikap</a:t>
            </a:r>
            <a:r>
              <a:rPr dirty="0" sz="17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menghargai</a:t>
            </a:r>
            <a:r>
              <a:rPr dirty="0" sz="17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setiap</a:t>
            </a:r>
            <a:r>
              <a:rPr dirty="0" sz="17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50">
                <a:solidFill>
                  <a:srgbClr val="FFFFFF"/>
                </a:solidFill>
                <a:latin typeface="Verdana"/>
                <a:cs typeface="Verdana"/>
              </a:rPr>
              <a:t>individu</a:t>
            </a:r>
            <a:r>
              <a:rPr dirty="0" sz="17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yang 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menjadi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50">
                <a:solidFill>
                  <a:srgbClr val="FFFFFF"/>
                </a:solidFill>
                <a:latin typeface="Verdana"/>
                <a:cs typeface="Verdana"/>
              </a:rPr>
              <a:t>sasaran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75">
                <a:solidFill>
                  <a:srgbClr val="FFFFFF"/>
                </a:solidFill>
                <a:latin typeface="Verdana"/>
                <a:cs typeface="Verdana"/>
              </a:rPr>
              <a:t>kita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sampaikan</a:t>
            </a:r>
            <a:endParaRPr sz="1700">
              <a:latin typeface="Verdana"/>
              <a:cs typeface="Verdana"/>
            </a:endParaRPr>
          </a:p>
          <a:p>
            <a:pPr marL="355600" marR="111760" indent="-342900">
              <a:lnSpc>
                <a:spcPct val="90100"/>
              </a:lnSpc>
              <a:spcBef>
                <a:spcPts val="960"/>
              </a:spcBef>
              <a:tabLst>
                <a:tab pos="354965" algn="l"/>
              </a:tabLst>
            </a:pPr>
            <a:r>
              <a:rPr dirty="0" sz="1350" spc="204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35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700" spc="-17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700" spc="-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375" b="1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dirty="0" sz="1700" spc="-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40" b="1">
                <a:solidFill>
                  <a:srgbClr val="FFFFFF"/>
                </a:solidFill>
                <a:latin typeface="Tahoma"/>
                <a:cs typeface="Tahoma"/>
              </a:rPr>
              <a:t>Empathy</a:t>
            </a:r>
            <a:r>
              <a:rPr dirty="0" sz="1700" spc="-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dirty="0" sz="17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kemampuan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FFFFFF"/>
                </a:solidFill>
                <a:latin typeface="Verdana"/>
                <a:cs typeface="Verdana"/>
              </a:rPr>
              <a:t>kita</a:t>
            </a:r>
            <a:r>
              <a:rPr dirty="0" sz="17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90">
                <a:solidFill>
                  <a:srgbClr val="FFFFFF"/>
                </a:solidFill>
                <a:latin typeface="Verdana"/>
                <a:cs typeface="Verdana"/>
              </a:rPr>
              <a:t>untuk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menempatkan</a:t>
            </a:r>
            <a:r>
              <a:rPr dirty="0" sz="17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diri 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kita </a:t>
            </a:r>
            <a:r>
              <a:rPr dirty="0" sz="1700" spc="110">
                <a:solidFill>
                  <a:srgbClr val="FFFFFF"/>
                </a:solidFill>
                <a:latin typeface="Verdana"/>
                <a:cs typeface="Verdana"/>
              </a:rPr>
              <a:t>pada</a:t>
            </a:r>
            <a:r>
              <a:rPr dirty="0" sz="17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10">
                <a:solidFill>
                  <a:srgbClr val="FFFFFF"/>
                </a:solidFill>
                <a:latin typeface="Verdana"/>
                <a:cs typeface="Verdana"/>
              </a:rPr>
              <a:t>situasi</a:t>
            </a:r>
            <a:r>
              <a:rPr dirty="0" sz="17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atau</a:t>
            </a: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kondisi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dihadapi</a:t>
            </a:r>
            <a:r>
              <a:rPr dirty="0" sz="17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oleh</a:t>
            </a:r>
            <a:r>
              <a:rPr dirty="0" sz="17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orang 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lain</a:t>
            </a:r>
            <a:endParaRPr sz="1700">
              <a:latin typeface="Verdana"/>
              <a:cs typeface="Verdana"/>
            </a:endParaRPr>
          </a:p>
          <a:p>
            <a:pPr marL="355600" marR="36830" indent="-342900">
              <a:lnSpc>
                <a:spcPct val="90300"/>
              </a:lnSpc>
              <a:spcBef>
                <a:spcPts val="990"/>
              </a:spcBef>
              <a:tabLst>
                <a:tab pos="354965" algn="l"/>
              </a:tabLst>
            </a:pPr>
            <a:r>
              <a:rPr dirty="0" sz="1350" spc="204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35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700" spc="9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7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375" b="1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dirty="0" sz="1700" b="1">
                <a:solidFill>
                  <a:srgbClr val="FFFFFF"/>
                </a:solidFill>
                <a:latin typeface="Tahoma"/>
                <a:cs typeface="Tahoma"/>
              </a:rPr>
              <a:t> Audible</a:t>
            </a:r>
            <a:r>
              <a:rPr dirty="0" sz="1700" spc="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dirty="0" sz="1700" spc="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r>
              <a:rPr dirty="0" sz="17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17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75">
                <a:solidFill>
                  <a:srgbClr val="FFFFFF"/>
                </a:solidFill>
                <a:latin typeface="Verdana"/>
                <a:cs typeface="Verdana"/>
              </a:rPr>
              <a:t>kita</a:t>
            </a:r>
            <a:r>
              <a:rPr dirty="0" sz="17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sampaikan</a:t>
            </a:r>
            <a:r>
              <a:rPr dirty="0" sz="17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65">
                <a:solidFill>
                  <a:srgbClr val="FFFFFF"/>
                </a:solidFill>
                <a:latin typeface="Verdana"/>
                <a:cs typeface="Verdana"/>
              </a:rPr>
              <a:t>dapat</a:t>
            </a:r>
            <a:r>
              <a:rPr dirty="0" sz="17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diterima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oleh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penerima</a:t>
            </a:r>
            <a:r>
              <a:rPr dirty="0" sz="17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(dapat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didengarkan</a:t>
            </a:r>
            <a:r>
              <a:rPr dirty="0" sz="17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atau 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dimengerti</a:t>
            </a: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50">
                <a:solidFill>
                  <a:srgbClr val="FFFFFF"/>
                </a:solidFill>
                <a:latin typeface="Verdana"/>
                <a:cs typeface="Verdana"/>
              </a:rPr>
              <a:t>dengan</a:t>
            </a:r>
            <a:r>
              <a:rPr dirty="0" sz="17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baik)</a:t>
            </a:r>
            <a:endParaRPr sz="1700">
              <a:latin typeface="Verdana"/>
              <a:cs typeface="Verdana"/>
            </a:endParaRPr>
          </a:p>
          <a:p>
            <a:pPr algn="just" marL="355600" marR="191770" indent="-342900">
              <a:lnSpc>
                <a:spcPct val="90300"/>
              </a:lnSpc>
              <a:spcBef>
                <a:spcPts val="980"/>
              </a:spcBef>
            </a:pPr>
            <a:r>
              <a:rPr dirty="0" sz="1350" spc="254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350" spc="106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180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1700" spc="-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375" b="1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dirty="0" sz="1700" spc="-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50" b="1">
                <a:solidFill>
                  <a:srgbClr val="FFFFFF"/>
                </a:solidFill>
                <a:latin typeface="Tahoma"/>
                <a:cs typeface="Tahoma"/>
              </a:rPr>
              <a:t>Clarity</a:t>
            </a:r>
            <a:r>
              <a:rPr dirty="0" sz="1700" spc="-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dirty="0" sz="17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 spc="10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r>
              <a:rPr dirty="0" sz="17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tidak</a:t>
            </a:r>
            <a:r>
              <a:rPr dirty="0" sz="17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menimbulkan</a:t>
            </a:r>
            <a:r>
              <a:rPr dirty="0" sz="17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multi</a:t>
            </a: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FFFFFF"/>
                </a:solidFill>
                <a:latin typeface="Verdana"/>
                <a:cs typeface="Verdana"/>
              </a:rPr>
              <a:t>interpretasi</a:t>
            </a: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25">
                <a:solidFill>
                  <a:srgbClr val="FFFFFF"/>
                </a:solidFill>
                <a:latin typeface="Verdana"/>
                <a:cs typeface="Verdana"/>
              </a:rPr>
              <a:t>atau</a:t>
            </a:r>
            <a:r>
              <a:rPr dirty="0" sz="17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35">
                <a:solidFill>
                  <a:srgbClr val="FFFFFF"/>
                </a:solidFill>
                <a:latin typeface="Verdana"/>
                <a:cs typeface="Verdana"/>
              </a:rPr>
              <a:t>berbagai</a:t>
            </a:r>
            <a:r>
              <a:rPr dirty="0" sz="17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penafsiran</a:t>
            </a:r>
            <a:r>
              <a:rPr dirty="0" sz="17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2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17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5">
                <a:solidFill>
                  <a:srgbClr val="FFFFFF"/>
                </a:solidFill>
                <a:latin typeface="Verdana"/>
                <a:cs typeface="Verdana"/>
              </a:rPr>
              <a:t>berlainan</a:t>
            </a:r>
            <a:r>
              <a:rPr dirty="0" sz="17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(kejelasan</a:t>
            </a:r>
            <a:r>
              <a:rPr dirty="0" sz="17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dari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10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r>
              <a:rPr dirty="0" sz="17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itu</a:t>
            </a: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sendiri,</a:t>
            </a:r>
            <a:r>
              <a:rPr dirty="0" sz="17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55">
                <a:solidFill>
                  <a:srgbClr val="FFFFFF"/>
                </a:solidFill>
                <a:latin typeface="Verdana"/>
                <a:cs typeface="Verdana"/>
              </a:rPr>
              <a:t>adanya</a:t>
            </a:r>
            <a:r>
              <a:rPr dirty="0" sz="17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keterbukaan/transparansi)</a:t>
            </a:r>
            <a:endParaRPr sz="1700">
              <a:latin typeface="Verdana"/>
              <a:cs typeface="Verdana"/>
            </a:endParaRPr>
          </a:p>
          <a:p>
            <a:pPr marL="355600" marR="5080" indent="-342900">
              <a:lnSpc>
                <a:spcPts val="1839"/>
              </a:lnSpc>
              <a:spcBef>
                <a:spcPts val="1019"/>
              </a:spcBef>
              <a:tabLst>
                <a:tab pos="354965" algn="l"/>
              </a:tabLst>
            </a:pPr>
            <a:r>
              <a:rPr dirty="0" sz="1350" spc="204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35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700" spc="-145" b="1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dirty="0" sz="17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375" b="1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dirty="0" sz="1700" spc="-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35" b="1">
                <a:solidFill>
                  <a:srgbClr val="FFFFFF"/>
                </a:solidFill>
                <a:latin typeface="Tahoma"/>
                <a:cs typeface="Tahoma"/>
              </a:rPr>
              <a:t>Humble</a:t>
            </a:r>
            <a:r>
              <a:rPr dirty="0" sz="1700" spc="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dirty="0" sz="17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sikap</a:t>
            </a:r>
            <a:r>
              <a:rPr dirty="0" sz="17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penuh</a:t>
            </a: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melayani</a:t>
            </a:r>
            <a:r>
              <a:rPr dirty="0" sz="17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(dalam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bahasa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pemasaran</a:t>
            </a:r>
            <a:r>
              <a:rPr dirty="0" sz="17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45" i="1">
                <a:solidFill>
                  <a:srgbClr val="FFFFFF"/>
                </a:solidFill>
                <a:latin typeface="Verdana"/>
                <a:cs typeface="Verdana"/>
              </a:rPr>
              <a:t>Customer</a:t>
            </a:r>
            <a:r>
              <a:rPr dirty="0" sz="1700" spc="-10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65" i="1">
                <a:solidFill>
                  <a:srgbClr val="FFFFFF"/>
                </a:solidFill>
                <a:latin typeface="Verdana"/>
                <a:cs typeface="Verdana"/>
              </a:rPr>
              <a:t>First</a:t>
            </a:r>
            <a:r>
              <a:rPr dirty="0" sz="1700" spc="-11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 i="1">
                <a:solidFill>
                  <a:srgbClr val="FFFFFF"/>
                </a:solidFill>
                <a:latin typeface="Verdana"/>
                <a:cs typeface="Verdana"/>
              </a:rPr>
              <a:t>Attitude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2226" y="6584134"/>
            <a:ext cx="122049" cy="9476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948166" y="6527089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Calibri"/>
                <a:cs typeface="Calibri"/>
              </a:rPr>
              <a:t>11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7789" y="3140836"/>
            <a:ext cx="1441958" cy="2089658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5590476" y="5824677"/>
            <a:ext cx="520700" cy="866775"/>
            <a:chOff x="5590476" y="5824677"/>
            <a:chExt cx="520700" cy="866775"/>
          </a:xfrm>
        </p:grpSpPr>
        <p:sp>
          <p:nvSpPr>
            <p:cNvPr id="6" name="object 6" descr=""/>
            <p:cNvSpPr/>
            <p:nvPr/>
          </p:nvSpPr>
          <p:spPr>
            <a:xfrm>
              <a:off x="5595239" y="5829439"/>
              <a:ext cx="511175" cy="857250"/>
            </a:xfrm>
            <a:custGeom>
              <a:avLst/>
              <a:gdLst/>
              <a:ahLst/>
              <a:cxnLst/>
              <a:rect l="l" t="t" r="r" b="b"/>
              <a:pathLst>
                <a:path w="511175" h="857250">
                  <a:moveTo>
                    <a:pt x="311658" y="0"/>
                  </a:moveTo>
                  <a:lnTo>
                    <a:pt x="0" y="48615"/>
                  </a:lnTo>
                  <a:lnTo>
                    <a:pt x="197612" y="274396"/>
                  </a:lnTo>
                  <a:lnTo>
                    <a:pt x="101346" y="293878"/>
                  </a:lnTo>
                  <a:lnTo>
                    <a:pt x="288163" y="508647"/>
                  </a:lnTo>
                  <a:lnTo>
                    <a:pt x="207772" y="518401"/>
                  </a:lnTo>
                  <a:lnTo>
                    <a:pt x="510666" y="857084"/>
                  </a:lnTo>
                  <a:lnTo>
                    <a:pt x="381253" y="496011"/>
                  </a:lnTo>
                  <a:lnTo>
                    <a:pt x="448183" y="484314"/>
                  </a:lnTo>
                  <a:lnTo>
                    <a:pt x="324485" y="254546"/>
                  </a:lnTo>
                  <a:lnTo>
                    <a:pt x="389889" y="248018"/>
                  </a:lnTo>
                  <a:lnTo>
                    <a:pt x="31165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595239" y="5829439"/>
              <a:ext cx="511175" cy="857250"/>
            </a:xfrm>
            <a:custGeom>
              <a:avLst/>
              <a:gdLst/>
              <a:ahLst/>
              <a:cxnLst/>
              <a:rect l="l" t="t" r="r" b="b"/>
              <a:pathLst>
                <a:path w="511175" h="857250">
                  <a:moveTo>
                    <a:pt x="311658" y="0"/>
                  </a:moveTo>
                  <a:lnTo>
                    <a:pt x="389889" y="248018"/>
                  </a:lnTo>
                  <a:lnTo>
                    <a:pt x="324485" y="254546"/>
                  </a:lnTo>
                  <a:lnTo>
                    <a:pt x="448183" y="484314"/>
                  </a:lnTo>
                  <a:lnTo>
                    <a:pt x="381253" y="496011"/>
                  </a:lnTo>
                  <a:lnTo>
                    <a:pt x="510666" y="857084"/>
                  </a:lnTo>
                  <a:lnTo>
                    <a:pt x="207772" y="518401"/>
                  </a:lnTo>
                  <a:lnTo>
                    <a:pt x="288163" y="508647"/>
                  </a:lnTo>
                  <a:lnTo>
                    <a:pt x="101346" y="293878"/>
                  </a:lnTo>
                  <a:lnTo>
                    <a:pt x="197612" y="274396"/>
                  </a:lnTo>
                  <a:lnTo>
                    <a:pt x="0" y="48615"/>
                  </a:lnTo>
                  <a:lnTo>
                    <a:pt x="311658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516636" y="5463540"/>
            <a:ext cx="1784350" cy="427990"/>
            <a:chOff x="516636" y="5463540"/>
            <a:chExt cx="1784350" cy="427990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636" y="5474208"/>
              <a:ext cx="1783842" cy="35584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780" y="5463540"/>
              <a:ext cx="1762506" cy="427481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458723" y="5416296"/>
            <a:ext cx="1774189" cy="346075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330"/>
              </a:spcBef>
            </a:pPr>
            <a:r>
              <a:rPr dirty="0" sz="1600" spc="-10" b="1">
                <a:latin typeface="Arial"/>
                <a:cs typeface="Arial"/>
              </a:rPr>
              <a:t>KOMUNIKATOR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091554" y="6224117"/>
            <a:ext cx="1157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Gangguan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36108" y="4005071"/>
            <a:ext cx="990600" cy="735402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2951988" y="5416296"/>
            <a:ext cx="1153160" cy="491490"/>
            <a:chOff x="2951988" y="5416296"/>
            <a:chExt cx="1153160" cy="491490"/>
          </a:xfrm>
        </p:grpSpPr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51988" y="5416296"/>
              <a:ext cx="1152906" cy="47777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58668" y="5480304"/>
              <a:ext cx="938021" cy="427481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2894076" y="5358384"/>
            <a:ext cx="1143000" cy="467995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wrap="square" lIns="0" tIns="117475" rIns="0" bIns="0" rtlCol="0" vert="horz">
            <a:spAutoFit/>
          </a:bodyPr>
          <a:lstStyle/>
          <a:p>
            <a:pPr marL="224790">
              <a:lnSpc>
                <a:spcPct val="100000"/>
              </a:lnSpc>
              <a:spcBef>
                <a:spcPts val="925"/>
              </a:spcBef>
            </a:pPr>
            <a:r>
              <a:rPr dirty="0" sz="1600" spc="-10" b="1">
                <a:latin typeface="Arial"/>
                <a:cs typeface="Arial"/>
              </a:rPr>
              <a:t>PESAN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157215" y="5425440"/>
            <a:ext cx="1788795" cy="493395"/>
            <a:chOff x="5157215" y="5425440"/>
            <a:chExt cx="1788795" cy="493395"/>
          </a:xfrm>
        </p:grpSpPr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57215" y="5425440"/>
              <a:ext cx="1788414" cy="47777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37631" y="5490972"/>
              <a:ext cx="1226058" cy="427481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1153223" y="1980965"/>
            <a:ext cx="2143760" cy="3688715"/>
            <a:chOff x="1153223" y="1980965"/>
            <a:chExt cx="2143760" cy="3688715"/>
          </a:xfrm>
        </p:grpSpPr>
        <p:sp>
          <p:nvSpPr>
            <p:cNvPr id="22" name="object 22" descr=""/>
            <p:cNvSpPr/>
            <p:nvPr/>
          </p:nvSpPr>
          <p:spPr>
            <a:xfrm>
              <a:off x="2284475" y="5495544"/>
              <a:ext cx="609600" cy="173990"/>
            </a:xfrm>
            <a:custGeom>
              <a:avLst/>
              <a:gdLst/>
              <a:ahLst/>
              <a:cxnLst/>
              <a:rect l="l" t="t" r="r" b="b"/>
              <a:pathLst>
                <a:path w="609600" h="173989">
                  <a:moveTo>
                    <a:pt x="493775" y="86867"/>
                  </a:moveTo>
                  <a:lnTo>
                    <a:pt x="435863" y="173735"/>
                  </a:lnTo>
                  <a:lnTo>
                    <a:pt x="551688" y="115823"/>
                  </a:lnTo>
                  <a:lnTo>
                    <a:pt x="493775" y="115823"/>
                  </a:lnTo>
                  <a:lnTo>
                    <a:pt x="493775" y="86867"/>
                  </a:lnTo>
                  <a:close/>
                </a:path>
                <a:path w="609600" h="173989">
                  <a:moveTo>
                    <a:pt x="474471" y="57911"/>
                  </a:moveTo>
                  <a:lnTo>
                    <a:pt x="0" y="57911"/>
                  </a:lnTo>
                  <a:lnTo>
                    <a:pt x="0" y="115823"/>
                  </a:lnTo>
                  <a:lnTo>
                    <a:pt x="474471" y="115823"/>
                  </a:lnTo>
                  <a:lnTo>
                    <a:pt x="493775" y="86867"/>
                  </a:lnTo>
                  <a:lnTo>
                    <a:pt x="474471" y="57911"/>
                  </a:lnTo>
                  <a:close/>
                </a:path>
                <a:path w="609600" h="173989">
                  <a:moveTo>
                    <a:pt x="551688" y="57911"/>
                  </a:moveTo>
                  <a:lnTo>
                    <a:pt x="493775" y="57911"/>
                  </a:lnTo>
                  <a:lnTo>
                    <a:pt x="493775" y="115823"/>
                  </a:lnTo>
                  <a:lnTo>
                    <a:pt x="551688" y="115823"/>
                  </a:lnTo>
                  <a:lnTo>
                    <a:pt x="609600" y="86867"/>
                  </a:lnTo>
                  <a:lnTo>
                    <a:pt x="551688" y="57911"/>
                  </a:lnTo>
                  <a:close/>
                </a:path>
                <a:path w="609600" h="173989">
                  <a:moveTo>
                    <a:pt x="435863" y="0"/>
                  </a:moveTo>
                  <a:lnTo>
                    <a:pt x="493775" y="86867"/>
                  </a:lnTo>
                  <a:lnTo>
                    <a:pt x="493775" y="57911"/>
                  </a:lnTo>
                  <a:lnTo>
                    <a:pt x="551688" y="57911"/>
                  </a:lnTo>
                  <a:lnTo>
                    <a:pt x="4358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57986" y="1985727"/>
              <a:ext cx="2134235" cy="1094105"/>
            </a:xfrm>
            <a:custGeom>
              <a:avLst/>
              <a:gdLst/>
              <a:ahLst/>
              <a:cxnLst/>
              <a:rect l="l" t="t" r="r" b="b"/>
              <a:pathLst>
                <a:path w="2134235" h="1094105">
                  <a:moveTo>
                    <a:pt x="519302" y="1093895"/>
                  </a:moveTo>
                  <a:lnTo>
                    <a:pt x="629792" y="655745"/>
                  </a:lnTo>
                  <a:lnTo>
                    <a:pt x="561400" y="644925"/>
                  </a:lnTo>
                  <a:lnTo>
                    <a:pt x="496473" y="632761"/>
                  </a:lnTo>
                  <a:lnTo>
                    <a:pt x="435101" y="619328"/>
                  </a:lnTo>
                  <a:lnTo>
                    <a:pt x="377375" y="604703"/>
                  </a:lnTo>
                  <a:lnTo>
                    <a:pt x="323386" y="588963"/>
                  </a:lnTo>
                  <a:lnTo>
                    <a:pt x="273225" y="572185"/>
                  </a:lnTo>
                  <a:lnTo>
                    <a:pt x="226981" y="554445"/>
                  </a:lnTo>
                  <a:lnTo>
                    <a:pt x="184747" y="535820"/>
                  </a:lnTo>
                  <a:lnTo>
                    <a:pt x="146612" y="516386"/>
                  </a:lnTo>
                  <a:lnTo>
                    <a:pt x="112667" y="496221"/>
                  </a:lnTo>
                  <a:lnTo>
                    <a:pt x="57711" y="454001"/>
                  </a:lnTo>
                  <a:lnTo>
                    <a:pt x="20604" y="409774"/>
                  </a:lnTo>
                  <a:lnTo>
                    <a:pt x="2073" y="364153"/>
                  </a:lnTo>
                  <a:lnTo>
                    <a:pt x="0" y="341012"/>
                  </a:lnTo>
                  <a:lnTo>
                    <a:pt x="2842" y="317751"/>
                  </a:lnTo>
                  <a:lnTo>
                    <a:pt x="23637" y="271182"/>
                  </a:lnTo>
                  <a:lnTo>
                    <a:pt x="65184" y="225058"/>
                  </a:lnTo>
                  <a:lnTo>
                    <a:pt x="120314" y="184831"/>
                  </a:lnTo>
                  <a:lnTo>
                    <a:pt x="180881" y="151888"/>
                  </a:lnTo>
                  <a:lnTo>
                    <a:pt x="251149" y="121848"/>
                  </a:lnTo>
                  <a:lnTo>
                    <a:pt x="289623" y="107953"/>
                  </a:lnTo>
                  <a:lnTo>
                    <a:pt x="330165" y="94828"/>
                  </a:lnTo>
                  <a:lnTo>
                    <a:pt x="372656" y="82486"/>
                  </a:lnTo>
                  <a:lnTo>
                    <a:pt x="416977" y="70943"/>
                  </a:lnTo>
                  <a:lnTo>
                    <a:pt x="463009" y="60214"/>
                  </a:lnTo>
                  <a:lnTo>
                    <a:pt x="510633" y="50311"/>
                  </a:lnTo>
                  <a:lnTo>
                    <a:pt x="559729" y="41251"/>
                  </a:lnTo>
                  <a:lnTo>
                    <a:pt x="610179" y="33047"/>
                  </a:lnTo>
                  <a:lnTo>
                    <a:pt x="661863" y="25715"/>
                  </a:lnTo>
                  <a:lnTo>
                    <a:pt x="714663" y="19268"/>
                  </a:lnTo>
                  <a:lnTo>
                    <a:pt x="768460" y="13721"/>
                  </a:lnTo>
                  <a:lnTo>
                    <a:pt x="823134" y="9089"/>
                  </a:lnTo>
                  <a:lnTo>
                    <a:pt x="878566" y="5387"/>
                  </a:lnTo>
                  <a:lnTo>
                    <a:pt x="934637" y="2628"/>
                  </a:lnTo>
                  <a:lnTo>
                    <a:pt x="991229" y="827"/>
                  </a:lnTo>
                  <a:lnTo>
                    <a:pt x="1048221" y="0"/>
                  </a:lnTo>
                  <a:lnTo>
                    <a:pt x="1105496" y="159"/>
                  </a:lnTo>
                  <a:lnTo>
                    <a:pt x="1162934" y="1321"/>
                  </a:lnTo>
                  <a:lnTo>
                    <a:pt x="1220415" y="3498"/>
                  </a:lnTo>
                  <a:lnTo>
                    <a:pt x="1277821" y="6707"/>
                  </a:lnTo>
                  <a:lnTo>
                    <a:pt x="1335034" y="10962"/>
                  </a:lnTo>
                  <a:lnTo>
                    <a:pt x="1391933" y="16276"/>
                  </a:lnTo>
                  <a:lnTo>
                    <a:pt x="1448399" y="22665"/>
                  </a:lnTo>
                  <a:lnTo>
                    <a:pt x="1504314" y="30143"/>
                  </a:lnTo>
                  <a:lnTo>
                    <a:pt x="1572700" y="40962"/>
                  </a:lnTo>
                  <a:lnTo>
                    <a:pt x="1637621" y="53127"/>
                  </a:lnTo>
                  <a:lnTo>
                    <a:pt x="1698988" y="66560"/>
                  </a:lnTo>
                  <a:lnTo>
                    <a:pt x="1756708" y="81184"/>
                  </a:lnTo>
                  <a:lnTo>
                    <a:pt x="1810693" y="96924"/>
                  </a:lnTo>
                  <a:lnTo>
                    <a:pt x="1860850" y="113702"/>
                  </a:lnTo>
                  <a:lnTo>
                    <a:pt x="1907090" y="131442"/>
                  </a:lnTo>
                  <a:lnTo>
                    <a:pt x="1949322" y="150067"/>
                  </a:lnTo>
                  <a:lnTo>
                    <a:pt x="1987454" y="169501"/>
                  </a:lnTo>
                  <a:lnTo>
                    <a:pt x="2021397" y="189666"/>
                  </a:lnTo>
                  <a:lnTo>
                    <a:pt x="2076351" y="231886"/>
                  </a:lnTo>
                  <a:lnTo>
                    <a:pt x="2113457" y="276113"/>
                  </a:lnTo>
                  <a:lnTo>
                    <a:pt x="2131991" y="321734"/>
                  </a:lnTo>
                  <a:lnTo>
                    <a:pt x="2134067" y="344876"/>
                  </a:lnTo>
                  <a:lnTo>
                    <a:pt x="2131227" y="368136"/>
                  </a:lnTo>
                  <a:lnTo>
                    <a:pt x="2110440" y="414706"/>
                  </a:lnTo>
                  <a:lnTo>
                    <a:pt x="2068903" y="460830"/>
                  </a:lnTo>
                  <a:lnTo>
                    <a:pt x="2013176" y="501420"/>
                  </a:lnTo>
                  <a:lnTo>
                    <a:pt x="1950663" y="535154"/>
                  </a:lnTo>
                  <a:lnTo>
                    <a:pt x="1915346" y="550951"/>
                  </a:lnTo>
                  <a:lnTo>
                    <a:pt x="1877487" y="566003"/>
                  </a:lnTo>
                  <a:lnTo>
                    <a:pt x="1837208" y="580285"/>
                  </a:lnTo>
                  <a:lnTo>
                    <a:pt x="1794632" y="593773"/>
                  </a:lnTo>
                  <a:lnTo>
                    <a:pt x="1749881" y="606443"/>
                  </a:lnTo>
                  <a:lnTo>
                    <a:pt x="1703079" y="618270"/>
                  </a:lnTo>
                  <a:lnTo>
                    <a:pt x="1654348" y="629230"/>
                  </a:lnTo>
                  <a:lnTo>
                    <a:pt x="1603812" y="639298"/>
                  </a:lnTo>
                  <a:lnTo>
                    <a:pt x="1551593" y="648451"/>
                  </a:lnTo>
                  <a:lnTo>
                    <a:pt x="1497813" y="656663"/>
                  </a:lnTo>
                  <a:lnTo>
                    <a:pt x="1442597" y="663910"/>
                  </a:lnTo>
                  <a:lnTo>
                    <a:pt x="1386066" y="670169"/>
                  </a:lnTo>
                  <a:lnTo>
                    <a:pt x="1328344" y="675414"/>
                  </a:lnTo>
                  <a:lnTo>
                    <a:pt x="1269553" y="679622"/>
                  </a:lnTo>
                  <a:lnTo>
                    <a:pt x="1209816" y="682768"/>
                  </a:lnTo>
                  <a:lnTo>
                    <a:pt x="1149256" y="684827"/>
                  </a:lnTo>
                  <a:lnTo>
                    <a:pt x="1087996" y="685776"/>
                  </a:lnTo>
                  <a:lnTo>
                    <a:pt x="1026159" y="685590"/>
                  </a:lnTo>
                  <a:lnTo>
                    <a:pt x="519302" y="1093895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5099303" y="5367528"/>
            <a:ext cx="1778635" cy="467995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wrap="square" lIns="0" tIns="117475" rIns="0" bIns="0" rtlCol="0" vert="horz">
            <a:spAutoFit/>
          </a:bodyPr>
          <a:lstStyle/>
          <a:p>
            <a:pPr marL="398780">
              <a:lnSpc>
                <a:spcPct val="100000"/>
              </a:lnSpc>
              <a:spcBef>
                <a:spcPts val="925"/>
              </a:spcBef>
            </a:pPr>
            <a:r>
              <a:rPr dirty="0" sz="1600" spc="-10" b="1">
                <a:latin typeface="Arial"/>
                <a:cs typeface="Arial"/>
              </a:rPr>
              <a:t>SALURAN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7581900" y="5388864"/>
            <a:ext cx="1499235" cy="493395"/>
            <a:chOff x="7581900" y="5388864"/>
            <a:chExt cx="1499235" cy="493395"/>
          </a:xfrm>
        </p:grpSpPr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98664" y="5388864"/>
              <a:ext cx="1468374" cy="477774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81900" y="5454396"/>
              <a:ext cx="1498853" cy="427481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7540752" y="5330952"/>
            <a:ext cx="1458595" cy="467995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wrap="square" lIns="0" tIns="11747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925"/>
              </a:spcBef>
            </a:pPr>
            <a:r>
              <a:rPr dirty="0" sz="1600" spc="-10" b="1">
                <a:latin typeface="Arial"/>
                <a:cs typeface="Arial"/>
              </a:rPr>
              <a:t>KOMUNIKAN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6947916" y="5515355"/>
            <a:ext cx="551815" cy="173990"/>
          </a:xfrm>
          <a:custGeom>
            <a:avLst/>
            <a:gdLst/>
            <a:ahLst/>
            <a:cxnLst/>
            <a:rect l="l" t="t" r="r" b="b"/>
            <a:pathLst>
              <a:path w="551815" h="173989">
                <a:moveTo>
                  <a:pt x="435863" y="86868"/>
                </a:moveTo>
                <a:lnTo>
                  <a:pt x="377951" y="173736"/>
                </a:lnTo>
                <a:lnTo>
                  <a:pt x="493775" y="115824"/>
                </a:lnTo>
                <a:lnTo>
                  <a:pt x="435863" y="115824"/>
                </a:lnTo>
                <a:lnTo>
                  <a:pt x="435863" y="86868"/>
                </a:lnTo>
                <a:close/>
              </a:path>
              <a:path w="551815" h="173989">
                <a:moveTo>
                  <a:pt x="416559" y="57912"/>
                </a:moveTo>
                <a:lnTo>
                  <a:pt x="0" y="57912"/>
                </a:lnTo>
                <a:lnTo>
                  <a:pt x="0" y="115824"/>
                </a:lnTo>
                <a:lnTo>
                  <a:pt x="416559" y="115824"/>
                </a:lnTo>
                <a:lnTo>
                  <a:pt x="435863" y="86868"/>
                </a:lnTo>
                <a:lnTo>
                  <a:pt x="416559" y="57912"/>
                </a:lnTo>
                <a:close/>
              </a:path>
              <a:path w="551815" h="173989">
                <a:moveTo>
                  <a:pt x="493775" y="57912"/>
                </a:moveTo>
                <a:lnTo>
                  <a:pt x="435863" y="57912"/>
                </a:lnTo>
                <a:lnTo>
                  <a:pt x="435863" y="115824"/>
                </a:lnTo>
                <a:lnTo>
                  <a:pt x="493775" y="115824"/>
                </a:lnTo>
                <a:lnTo>
                  <a:pt x="551687" y="86868"/>
                </a:lnTo>
                <a:lnTo>
                  <a:pt x="493775" y="57912"/>
                </a:lnTo>
                <a:close/>
              </a:path>
              <a:path w="551815" h="173989">
                <a:moveTo>
                  <a:pt x="377951" y="0"/>
                </a:moveTo>
                <a:lnTo>
                  <a:pt x="435863" y="86868"/>
                </a:lnTo>
                <a:lnTo>
                  <a:pt x="435863" y="57912"/>
                </a:lnTo>
                <a:lnTo>
                  <a:pt x="493775" y="57912"/>
                </a:lnTo>
                <a:lnTo>
                  <a:pt x="3779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7087723" y="1801023"/>
            <a:ext cx="2061210" cy="1104265"/>
            <a:chOff x="7087723" y="1801023"/>
            <a:chExt cx="2061210" cy="1104265"/>
          </a:xfrm>
        </p:grpSpPr>
        <p:sp>
          <p:nvSpPr>
            <p:cNvPr id="31" name="object 31" descr=""/>
            <p:cNvSpPr/>
            <p:nvPr/>
          </p:nvSpPr>
          <p:spPr>
            <a:xfrm>
              <a:off x="7092295" y="1805595"/>
              <a:ext cx="2052320" cy="1095375"/>
            </a:xfrm>
            <a:custGeom>
              <a:avLst/>
              <a:gdLst/>
              <a:ahLst/>
              <a:cxnLst/>
              <a:rect l="l" t="t" r="r" b="b"/>
              <a:pathLst>
                <a:path w="2052320" h="1095375">
                  <a:moveTo>
                    <a:pt x="2051704" y="298221"/>
                  </a:moveTo>
                  <a:lnTo>
                    <a:pt x="2031392" y="284812"/>
                  </a:lnTo>
                  <a:lnTo>
                    <a:pt x="1993697" y="269329"/>
                  </a:lnTo>
                  <a:lnTo>
                    <a:pt x="1949858" y="258610"/>
                  </a:lnTo>
                  <a:lnTo>
                    <a:pt x="1901590" y="253200"/>
                  </a:lnTo>
                  <a:lnTo>
                    <a:pt x="1899812" y="250787"/>
                  </a:lnTo>
                  <a:lnTo>
                    <a:pt x="1891500" y="186518"/>
                  </a:lnTo>
                  <a:lnTo>
                    <a:pt x="1836169" y="130772"/>
                  </a:lnTo>
                  <a:lnTo>
                    <a:pt x="1793682" y="107927"/>
                  </a:lnTo>
                  <a:lnTo>
                    <a:pt x="1742810" y="89410"/>
                  </a:lnTo>
                  <a:lnTo>
                    <a:pt x="1684679" y="75953"/>
                  </a:lnTo>
                  <a:lnTo>
                    <a:pt x="1620412" y="68288"/>
                  </a:lnTo>
                  <a:lnTo>
                    <a:pt x="1566068" y="66917"/>
                  </a:lnTo>
                  <a:lnTo>
                    <a:pt x="1512367" y="69987"/>
                  </a:lnTo>
                  <a:lnTo>
                    <a:pt x="1460428" y="77415"/>
                  </a:lnTo>
                  <a:lnTo>
                    <a:pt x="1411370" y="89116"/>
                  </a:lnTo>
                  <a:lnTo>
                    <a:pt x="1377630" y="64715"/>
                  </a:lnTo>
                  <a:lnTo>
                    <a:pt x="1335062" y="45391"/>
                  </a:lnTo>
                  <a:lnTo>
                    <a:pt x="1285753" y="31460"/>
                  </a:lnTo>
                  <a:lnTo>
                    <a:pt x="1231793" y="23241"/>
                  </a:lnTo>
                  <a:lnTo>
                    <a:pt x="1175269" y="21051"/>
                  </a:lnTo>
                  <a:lnTo>
                    <a:pt x="1118269" y="25208"/>
                  </a:lnTo>
                  <a:lnTo>
                    <a:pt x="1062882" y="36030"/>
                  </a:lnTo>
                  <a:lnTo>
                    <a:pt x="1016716" y="51568"/>
                  </a:lnTo>
                  <a:lnTo>
                    <a:pt x="1002938" y="57874"/>
                  </a:lnTo>
                  <a:lnTo>
                    <a:pt x="971183" y="34602"/>
                  </a:lnTo>
                  <a:lnTo>
                    <a:pt x="929664" y="16901"/>
                  </a:lnTo>
                  <a:lnTo>
                    <a:pt x="881082" y="5217"/>
                  </a:lnTo>
                  <a:lnTo>
                    <a:pt x="828139" y="0"/>
                  </a:lnTo>
                  <a:lnTo>
                    <a:pt x="773538" y="1698"/>
                  </a:lnTo>
                  <a:lnTo>
                    <a:pt x="719982" y="10757"/>
                  </a:lnTo>
                  <a:lnTo>
                    <a:pt x="679739" y="23838"/>
                  </a:lnTo>
                  <a:lnTo>
                    <a:pt x="646449" y="41110"/>
                  </a:lnTo>
                  <a:lnTo>
                    <a:pt x="606916" y="22743"/>
                  </a:lnTo>
                  <a:lnTo>
                    <a:pt x="561489" y="9714"/>
                  </a:lnTo>
                  <a:lnTo>
                    <a:pt x="512158" y="2105"/>
                  </a:lnTo>
                  <a:lnTo>
                    <a:pt x="460915" y="0"/>
                  </a:lnTo>
                  <a:lnTo>
                    <a:pt x="409750" y="3479"/>
                  </a:lnTo>
                  <a:lnTo>
                    <a:pt x="360652" y="12625"/>
                  </a:lnTo>
                  <a:lnTo>
                    <a:pt x="315614" y="27521"/>
                  </a:lnTo>
                  <a:lnTo>
                    <a:pt x="263989" y="58176"/>
                  </a:lnTo>
                  <a:lnTo>
                    <a:pt x="236366" y="95593"/>
                  </a:lnTo>
                  <a:lnTo>
                    <a:pt x="172646" y="108996"/>
                  </a:lnTo>
                  <a:lnTo>
                    <a:pt x="120048" y="129535"/>
                  </a:lnTo>
                  <a:lnTo>
                    <a:pt x="80299" y="155712"/>
                  </a:lnTo>
                  <a:lnTo>
                    <a:pt x="55123" y="186027"/>
                  </a:lnTo>
                  <a:lnTo>
                    <a:pt x="46245" y="218980"/>
                  </a:lnTo>
                  <a:lnTo>
                    <a:pt x="55391" y="253073"/>
                  </a:lnTo>
                  <a:lnTo>
                    <a:pt x="58566" y="258915"/>
                  </a:lnTo>
                  <a:lnTo>
                    <a:pt x="62503" y="264503"/>
                  </a:lnTo>
                  <a:lnTo>
                    <a:pt x="67202" y="269964"/>
                  </a:lnTo>
                  <a:lnTo>
                    <a:pt x="32258" y="297976"/>
                  </a:lnTo>
                  <a:lnTo>
                    <a:pt x="9939" y="327964"/>
                  </a:lnTo>
                  <a:lnTo>
                    <a:pt x="0" y="359011"/>
                  </a:lnTo>
                  <a:lnTo>
                    <a:pt x="2194" y="390202"/>
                  </a:lnTo>
                  <a:lnTo>
                    <a:pt x="42003" y="449344"/>
                  </a:lnTo>
                  <a:lnTo>
                    <a:pt x="79125" y="475462"/>
                  </a:lnTo>
                  <a:lnTo>
                    <a:pt x="127400" y="498056"/>
                  </a:lnTo>
                  <a:lnTo>
                    <a:pt x="199838" y="518964"/>
                  </a:lnTo>
                  <a:lnTo>
                    <a:pt x="239396" y="525792"/>
                  </a:lnTo>
                  <a:lnTo>
                    <a:pt x="280562" y="530060"/>
                  </a:lnTo>
                  <a:lnTo>
                    <a:pt x="288428" y="561833"/>
                  </a:lnTo>
                  <a:lnTo>
                    <a:pt x="343334" y="616595"/>
                  </a:lnTo>
                  <a:lnTo>
                    <a:pt x="386983" y="637924"/>
                  </a:lnTo>
                  <a:lnTo>
                    <a:pt x="439170" y="654109"/>
                  </a:lnTo>
                  <a:lnTo>
                    <a:pt x="498199" y="664321"/>
                  </a:lnTo>
                  <a:lnTo>
                    <a:pt x="562375" y="667728"/>
                  </a:lnTo>
                  <a:lnTo>
                    <a:pt x="600747" y="666238"/>
                  </a:lnTo>
                  <a:lnTo>
                    <a:pt x="638178" y="662188"/>
                  </a:lnTo>
                  <a:lnTo>
                    <a:pt x="674157" y="655638"/>
                  </a:lnTo>
                  <a:lnTo>
                    <a:pt x="708171" y="646646"/>
                  </a:lnTo>
                  <a:lnTo>
                    <a:pt x="730191" y="673834"/>
                  </a:lnTo>
                  <a:lnTo>
                    <a:pt x="760686" y="697957"/>
                  </a:lnTo>
                  <a:lnTo>
                    <a:pt x="798510" y="718707"/>
                  </a:lnTo>
                  <a:lnTo>
                    <a:pt x="842515" y="735776"/>
                  </a:lnTo>
                  <a:lnTo>
                    <a:pt x="891553" y="748854"/>
                  </a:lnTo>
                  <a:lnTo>
                    <a:pt x="944476" y="757635"/>
                  </a:lnTo>
                  <a:lnTo>
                    <a:pt x="1000136" y="761809"/>
                  </a:lnTo>
                  <a:lnTo>
                    <a:pt x="1057387" y="761068"/>
                  </a:lnTo>
                  <a:lnTo>
                    <a:pt x="1115079" y="755104"/>
                  </a:lnTo>
                  <a:lnTo>
                    <a:pt x="1167274" y="744708"/>
                  </a:lnTo>
                  <a:lnTo>
                    <a:pt x="1214790" y="730133"/>
                  </a:lnTo>
                  <a:lnTo>
                    <a:pt x="1256615" y="711724"/>
                  </a:lnTo>
                  <a:lnTo>
                    <a:pt x="1291736" y="689826"/>
                  </a:lnTo>
                  <a:lnTo>
                    <a:pt x="1341087" y="702268"/>
                  </a:lnTo>
                  <a:lnTo>
                    <a:pt x="1392253" y="710771"/>
                  </a:lnTo>
                  <a:lnTo>
                    <a:pt x="1444443" y="715434"/>
                  </a:lnTo>
                  <a:lnTo>
                    <a:pt x="1496865" y="716357"/>
                  </a:lnTo>
                  <a:lnTo>
                    <a:pt x="1548726" y="713636"/>
                  </a:lnTo>
                  <a:lnTo>
                    <a:pt x="1599237" y="707371"/>
                  </a:lnTo>
                  <a:lnTo>
                    <a:pt x="1647603" y="697660"/>
                  </a:lnTo>
                  <a:lnTo>
                    <a:pt x="1693035" y="684601"/>
                  </a:lnTo>
                  <a:lnTo>
                    <a:pt x="1734739" y="668294"/>
                  </a:lnTo>
                  <a:lnTo>
                    <a:pt x="1771925" y="648836"/>
                  </a:lnTo>
                  <a:lnTo>
                    <a:pt x="1803800" y="626326"/>
                  </a:lnTo>
                  <a:lnTo>
                    <a:pt x="1805070" y="625183"/>
                  </a:lnTo>
                  <a:lnTo>
                    <a:pt x="1806467" y="624040"/>
                  </a:lnTo>
                  <a:lnTo>
                    <a:pt x="1807737" y="622897"/>
                  </a:lnTo>
                  <a:lnTo>
                    <a:pt x="1864241" y="622439"/>
                  </a:lnTo>
                  <a:lnTo>
                    <a:pt x="1916698" y="614911"/>
                  </a:lnTo>
                  <a:lnTo>
                    <a:pt x="1962883" y="601180"/>
                  </a:lnTo>
                  <a:lnTo>
                    <a:pt x="2000570" y="582116"/>
                  </a:lnTo>
                  <a:lnTo>
                    <a:pt x="2041544" y="531457"/>
                  </a:lnTo>
                  <a:lnTo>
                    <a:pt x="2041893" y="508703"/>
                  </a:lnTo>
                  <a:lnTo>
                    <a:pt x="2032432" y="486674"/>
                  </a:lnTo>
                  <a:lnTo>
                    <a:pt x="2013683" y="466146"/>
                  </a:lnTo>
                  <a:lnTo>
                    <a:pt x="1986172" y="447891"/>
                  </a:lnTo>
                  <a:lnTo>
                    <a:pt x="2038028" y="426554"/>
                  </a:lnTo>
                  <a:lnTo>
                    <a:pt x="2051704" y="415751"/>
                  </a:lnTo>
                </a:path>
                <a:path w="2052320" h="1095375">
                  <a:moveTo>
                    <a:pt x="638956" y="1073620"/>
                  </a:moveTo>
                  <a:lnTo>
                    <a:pt x="640609" y="1081864"/>
                  </a:lnTo>
                  <a:lnTo>
                    <a:pt x="645131" y="1088606"/>
                  </a:lnTo>
                  <a:lnTo>
                    <a:pt x="651868" y="1093159"/>
                  </a:lnTo>
                  <a:lnTo>
                    <a:pt x="660165" y="1094829"/>
                  </a:lnTo>
                  <a:lnTo>
                    <a:pt x="668388" y="1093159"/>
                  </a:lnTo>
                  <a:lnTo>
                    <a:pt x="675088" y="1088606"/>
                  </a:lnTo>
                  <a:lnTo>
                    <a:pt x="679596" y="1081864"/>
                  </a:lnTo>
                  <a:lnTo>
                    <a:pt x="681247" y="1073620"/>
                  </a:lnTo>
                  <a:lnTo>
                    <a:pt x="679596" y="1065377"/>
                  </a:lnTo>
                  <a:lnTo>
                    <a:pt x="675088" y="1058634"/>
                  </a:lnTo>
                  <a:lnTo>
                    <a:pt x="668388" y="1054082"/>
                  </a:lnTo>
                  <a:lnTo>
                    <a:pt x="660165" y="1052411"/>
                  </a:lnTo>
                  <a:lnTo>
                    <a:pt x="651868" y="1054082"/>
                  </a:lnTo>
                  <a:lnTo>
                    <a:pt x="645131" y="1058634"/>
                  </a:lnTo>
                  <a:lnTo>
                    <a:pt x="640609" y="1065377"/>
                  </a:lnTo>
                  <a:lnTo>
                    <a:pt x="638956" y="107362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57921" y="2584195"/>
              <a:ext cx="187959" cy="247015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7160513" y="1844166"/>
              <a:ext cx="1915795" cy="648335"/>
            </a:xfrm>
            <a:custGeom>
              <a:avLst/>
              <a:gdLst/>
              <a:ahLst/>
              <a:cxnLst/>
              <a:rect l="l" t="t" r="r" b="b"/>
              <a:pathLst>
                <a:path w="1915795" h="648335">
                  <a:moveTo>
                    <a:pt x="1793239" y="420497"/>
                  </a:moveTo>
                  <a:lnTo>
                    <a:pt x="1825174" y="420508"/>
                  </a:lnTo>
                  <a:lnTo>
                    <a:pt x="1856597" y="418115"/>
                  </a:lnTo>
                  <a:lnTo>
                    <a:pt x="1886948" y="413388"/>
                  </a:lnTo>
                  <a:lnTo>
                    <a:pt x="1915667" y="406400"/>
                  </a:lnTo>
                </a:path>
                <a:path w="1915795" h="648335">
                  <a:moveTo>
                    <a:pt x="1685289" y="574294"/>
                  </a:moveTo>
                  <a:lnTo>
                    <a:pt x="1698305" y="576649"/>
                  </a:lnTo>
                  <a:lnTo>
                    <a:pt x="1711594" y="578564"/>
                  </a:lnTo>
                  <a:lnTo>
                    <a:pt x="1725098" y="580026"/>
                  </a:lnTo>
                  <a:lnTo>
                    <a:pt x="1738756" y="581025"/>
                  </a:lnTo>
                </a:path>
                <a:path w="1915795" h="648335">
                  <a:moveTo>
                    <a:pt x="1223644" y="648208"/>
                  </a:moveTo>
                  <a:lnTo>
                    <a:pt x="1232953" y="640851"/>
                  </a:lnTo>
                  <a:lnTo>
                    <a:pt x="1241440" y="633269"/>
                  </a:lnTo>
                  <a:lnTo>
                    <a:pt x="1249094" y="625473"/>
                  </a:lnTo>
                  <a:lnTo>
                    <a:pt x="1255902" y="617474"/>
                  </a:lnTo>
                </a:path>
                <a:path w="1915795" h="648335">
                  <a:moveTo>
                    <a:pt x="626871" y="571754"/>
                  </a:moveTo>
                  <a:lnTo>
                    <a:pt x="628751" y="580227"/>
                  </a:lnTo>
                  <a:lnTo>
                    <a:pt x="631523" y="588676"/>
                  </a:lnTo>
                  <a:lnTo>
                    <a:pt x="635176" y="597078"/>
                  </a:lnTo>
                  <a:lnTo>
                    <a:pt x="639699" y="605409"/>
                  </a:lnTo>
                </a:path>
                <a:path w="1915795" h="648335">
                  <a:moveTo>
                    <a:pt x="370585" y="363600"/>
                  </a:moveTo>
                  <a:lnTo>
                    <a:pt x="316952" y="380530"/>
                  </a:lnTo>
                  <a:lnTo>
                    <a:pt x="273169" y="402599"/>
                  </a:lnTo>
                  <a:lnTo>
                    <a:pt x="240494" y="428788"/>
                  </a:lnTo>
                  <a:lnTo>
                    <a:pt x="220181" y="458080"/>
                  </a:lnTo>
                  <a:lnTo>
                    <a:pt x="213486" y="489458"/>
                  </a:lnTo>
                </a:path>
                <a:path w="1915795" h="648335">
                  <a:moveTo>
                    <a:pt x="0" y="229488"/>
                  </a:moveTo>
                  <a:lnTo>
                    <a:pt x="13253" y="242782"/>
                  </a:lnTo>
                  <a:lnTo>
                    <a:pt x="29448" y="255158"/>
                  </a:lnTo>
                  <a:lnTo>
                    <a:pt x="48381" y="266511"/>
                  </a:lnTo>
                  <a:lnTo>
                    <a:pt x="69850" y="276733"/>
                  </a:lnTo>
                </a:path>
                <a:path w="1915795" h="648335">
                  <a:moveTo>
                    <a:pt x="167893" y="54483"/>
                  </a:moveTo>
                  <a:lnTo>
                    <a:pt x="165226" y="61849"/>
                  </a:lnTo>
                  <a:lnTo>
                    <a:pt x="163956" y="69215"/>
                  </a:lnTo>
                  <a:lnTo>
                    <a:pt x="164083" y="76708"/>
                  </a:lnTo>
                </a:path>
                <a:path w="1915795" h="648335">
                  <a:moveTo>
                    <a:pt x="614679" y="28448"/>
                  </a:moveTo>
                  <a:lnTo>
                    <a:pt x="607280" y="20877"/>
                  </a:lnTo>
                  <a:lnTo>
                    <a:pt x="598820" y="13604"/>
                  </a:lnTo>
                  <a:lnTo>
                    <a:pt x="589337" y="6641"/>
                  </a:lnTo>
                  <a:lnTo>
                    <a:pt x="578865" y="0"/>
                  </a:lnTo>
                </a:path>
                <a:path w="1915795" h="648335">
                  <a:moveTo>
                    <a:pt x="949959" y="42037"/>
                  </a:moveTo>
                  <a:lnTo>
                    <a:pt x="946794" y="35706"/>
                  </a:lnTo>
                  <a:lnTo>
                    <a:pt x="942832" y="29495"/>
                  </a:lnTo>
                  <a:lnTo>
                    <a:pt x="938083" y="23427"/>
                  </a:lnTo>
                  <a:lnTo>
                    <a:pt x="932560" y="17525"/>
                  </a:lnTo>
                </a:path>
                <a:path w="1915795" h="648335">
                  <a:moveTo>
                    <a:pt x="1343405" y="50292"/>
                  </a:moveTo>
                  <a:lnTo>
                    <a:pt x="1326673" y="55502"/>
                  </a:lnTo>
                  <a:lnTo>
                    <a:pt x="1310608" y="61213"/>
                  </a:lnTo>
                  <a:lnTo>
                    <a:pt x="1295257" y="67401"/>
                  </a:lnTo>
                  <a:lnTo>
                    <a:pt x="1280667" y="74041"/>
                  </a:lnTo>
                </a:path>
                <a:path w="1915795" h="648335">
                  <a:moveTo>
                    <a:pt x="1820544" y="237236"/>
                  </a:moveTo>
                  <a:lnTo>
                    <a:pt x="1824075" y="231040"/>
                  </a:lnTo>
                  <a:lnTo>
                    <a:pt x="1827069" y="224821"/>
                  </a:lnTo>
                  <a:lnTo>
                    <a:pt x="1829563" y="218555"/>
                  </a:lnTo>
                  <a:lnTo>
                    <a:pt x="1831593" y="212217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7145781" y="1977009"/>
            <a:ext cx="19043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mic Sans MS"/>
                <a:cs typeface="Comic Sans MS"/>
              </a:rPr>
              <a:t>Ya,</a:t>
            </a:r>
            <a:r>
              <a:rPr dirty="0" sz="1800" spc="-25">
                <a:latin typeface="Comic Sans MS"/>
                <a:cs typeface="Comic Sans MS"/>
              </a:rPr>
              <a:t> </a:t>
            </a:r>
            <a:r>
              <a:rPr dirty="0" sz="1800">
                <a:latin typeface="Comic Sans MS"/>
                <a:cs typeface="Comic Sans MS"/>
              </a:rPr>
              <a:t>saya</a:t>
            </a:r>
            <a:r>
              <a:rPr dirty="0" sz="1800" spc="-20">
                <a:latin typeface="Comic Sans MS"/>
                <a:cs typeface="Comic Sans MS"/>
              </a:rPr>
              <a:t> </a:t>
            </a:r>
            <a:r>
              <a:rPr dirty="0" sz="1800" spc="-10">
                <a:latin typeface="Comic Sans MS"/>
                <a:cs typeface="Comic Sans MS"/>
              </a:rPr>
              <a:t>mengerti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361694" y="2145284"/>
            <a:ext cx="1766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mic Sans MS"/>
                <a:cs typeface="Comic Sans MS"/>
              </a:rPr>
              <a:t>O…</a:t>
            </a:r>
            <a:r>
              <a:rPr dirty="0" sz="1800" spc="-20">
                <a:latin typeface="Comic Sans MS"/>
                <a:cs typeface="Comic Sans MS"/>
              </a:rPr>
              <a:t> </a:t>
            </a:r>
            <a:r>
              <a:rPr dirty="0" sz="1800">
                <a:latin typeface="Comic Sans MS"/>
                <a:cs typeface="Comic Sans MS"/>
              </a:rPr>
              <a:t>dia</a:t>
            </a:r>
            <a:r>
              <a:rPr dirty="0" sz="1800" spc="-15">
                <a:latin typeface="Comic Sans MS"/>
                <a:cs typeface="Comic Sans MS"/>
              </a:rPr>
              <a:t> </a:t>
            </a:r>
            <a:r>
              <a:rPr dirty="0" sz="1800" spc="-10">
                <a:latin typeface="Comic Sans MS"/>
                <a:cs typeface="Comic Sans MS"/>
              </a:rPr>
              <a:t>mengerti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36" name="object 3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67027" y="224027"/>
            <a:ext cx="6638544" cy="618744"/>
          </a:xfrm>
          <a:prstGeom prst="rect">
            <a:avLst/>
          </a:prstGeom>
        </p:spPr>
      </p:pic>
      <p:sp>
        <p:nvSpPr>
          <p:cNvPr id="37" name="object 37" descr=""/>
          <p:cNvSpPr/>
          <p:nvPr/>
        </p:nvSpPr>
        <p:spPr>
          <a:xfrm>
            <a:off x="3368802" y="2394204"/>
            <a:ext cx="3580129" cy="114300"/>
          </a:xfrm>
          <a:custGeom>
            <a:avLst/>
            <a:gdLst/>
            <a:ahLst/>
            <a:cxnLst/>
            <a:rect l="l" t="t" r="r" b="b"/>
            <a:pathLst>
              <a:path w="3580129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3580129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3580129" h="114300">
                <a:moveTo>
                  <a:pt x="3579876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3579876" y="76200"/>
                </a:lnTo>
                <a:lnTo>
                  <a:pt x="357987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542790" y="1937130"/>
            <a:ext cx="114554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Feed</a:t>
            </a:r>
            <a:r>
              <a:rPr dirty="0" sz="1800" spc="-1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20" i="1">
                <a:solidFill>
                  <a:srgbClr val="000000"/>
                </a:solidFill>
                <a:latin typeface="Arial"/>
                <a:cs typeface="Arial"/>
              </a:rPr>
              <a:t>back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5884164" y="4767834"/>
            <a:ext cx="114300" cy="607060"/>
          </a:xfrm>
          <a:custGeom>
            <a:avLst/>
            <a:gdLst/>
            <a:ahLst/>
            <a:cxnLst/>
            <a:rect l="l" t="t" r="r" b="b"/>
            <a:pathLst>
              <a:path w="114300" h="607060">
                <a:moveTo>
                  <a:pt x="76200" y="95250"/>
                </a:moveTo>
                <a:lnTo>
                  <a:pt x="38100" y="95250"/>
                </a:lnTo>
                <a:lnTo>
                  <a:pt x="38100" y="606552"/>
                </a:lnTo>
                <a:lnTo>
                  <a:pt x="76200" y="606552"/>
                </a:lnTo>
                <a:lnTo>
                  <a:pt x="76200" y="95250"/>
                </a:lnTo>
                <a:close/>
              </a:path>
              <a:path w="114300" h="60706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60706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4067555" y="5533644"/>
            <a:ext cx="1031875" cy="173990"/>
          </a:xfrm>
          <a:custGeom>
            <a:avLst/>
            <a:gdLst/>
            <a:ahLst/>
            <a:cxnLst/>
            <a:rect l="l" t="t" r="r" b="b"/>
            <a:pathLst>
              <a:path w="1031875" h="173989">
                <a:moveTo>
                  <a:pt x="915924" y="86867"/>
                </a:moveTo>
                <a:lnTo>
                  <a:pt x="858012" y="173735"/>
                </a:lnTo>
                <a:lnTo>
                  <a:pt x="973836" y="115823"/>
                </a:lnTo>
                <a:lnTo>
                  <a:pt x="915924" y="115823"/>
                </a:lnTo>
                <a:lnTo>
                  <a:pt x="915924" y="86867"/>
                </a:lnTo>
                <a:close/>
              </a:path>
              <a:path w="1031875" h="173989">
                <a:moveTo>
                  <a:pt x="896620" y="57911"/>
                </a:moveTo>
                <a:lnTo>
                  <a:pt x="0" y="57911"/>
                </a:lnTo>
                <a:lnTo>
                  <a:pt x="0" y="115823"/>
                </a:lnTo>
                <a:lnTo>
                  <a:pt x="896620" y="115823"/>
                </a:lnTo>
                <a:lnTo>
                  <a:pt x="915924" y="86867"/>
                </a:lnTo>
                <a:lnTo>
                  <a:pt x="896620" y="57911"/>
                </a:lnTo>
                <a:close/>
              </a:path>
              <a:path w="1031875" h="173989">
                <a:moveTo>
                  <a:pt x="973836" y="57911"/>
                </a:moveTo>
                <a:lnTo>
                  <a:pt x="915924" y="57911"/>
                </a:lnTo>
                <a:lnTo>
                  <a:pt x="915924" y="115823"/>
                </a:lnTo>
                <a:lnTo>
                  <a:pt x="973836" y="115823"/>
                </a:lnTo>
                <a:lnTo>
                  <a:pt x="1031748" y="86867"/>
                </a:lnTo>
                <a:lnTo>
                  <a:pt x="973836" y="57911"/>
                </a:lnTo>
                <a:close/>
              </a:path>
              <a:path w="1031875" h="173989">
                <a:moveTo>
                  <a:pt x="858012" y="0"/>
                </a:moveTo>
                <a:lnTo>
                  <a:pt x="915924" y="86867"/>
                </a:lnTo>
                <a:lnTo>
                  <a:pt x="915924" y="57911"/>
                </a:lnTo>
                <a:lnTo>
                  <a:pt x="973836" y="57911"/>
                </a:lnTo>
                <a:lnTo>
                  <a:pt x="8580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4146550" y="5284470"/>
            <a:ext cx="8591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C0504D"/>
                </a:solidFill>
                <a:latin typeface="Comic Sans MS"/>
                <a:cs typeface="Comic Sans MS"/>
              </a:rPr>
              <a:t>Encoding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451853" y="3885438"/>
            <a:ext cx="8845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C0504D"/>
                </a:solidFill>
                <a:latin typeface="Comic Sans MS"/>
                <a:cs typeface="Comic Sans MS"/>
              </a:rPr>
              <a:t>Decoding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6517005" y="4453635"/>
            <a:ext cx="431800" cy="114300"/>
          </a:xfrm>
          <a:custGeom>
            <a:avLst/>
            <a:gdLst/>
            <a:ahLst/>
            <a:cxnLst/>
            <a:rect l="l" t="t" r="r" b="b"/>
            <a:pathLst>
              <a:path w="431800" h="114300">
                <a:moveTo>
                  <a:pt x="395271" y="37718"/>
                </a:moveTo>
                <a:lnTo>
                  <a:pt x="336042" y="37718"/>
                </a:lnTo>
                <a:lnTo>
                  <a:pt x="336803" y="75818"/>
                </a:lnTo>
                <a:lnTo>
                  <a:pt x="317710" y="76158"/>
                </a:lnTo>
                <a:lnTo>
                  <a:pt x="318389" y="114300"/>
                </a:lnTo>
                <a:lnTo>
                  <a:pt x="431673" y="55118"/>
                </a:lnTo>
                <a:lnTo>
                  <a:pt x="395271" y="37718"/>
                </a:lnTo>
                <a:close/>
              </a:path>
              <a:path w="431800" h="114300">
                <a:moveTo>
                  <a:pt x="317033" y="38056"/>
                </a:moveTo>
                <a:lnTo>
                  <a:pt x="0" y="43687"/>
                </a:lnTo>
                <a:lnTo>
                  <a:pt x="642" y="75818"/>
                </a:lnTo>
                <a:lnTo>
                  <a:pt x="762" y="81787"/>
                </a:lnTo>
                <a:lnTo>
                  <a:pt x="317710" y="76158"/>
                </a:lnTo>
                <a:lnTo>
                  <a:pt x="317133" y="43687"/>
                </a:lnTo>
                <a:lnTo>
                  <a:pt x="317033" y="38056"/>
                </a:lnTo>
                <a:close/>
              </a:path>
              <a:path w="431800" h="114300">
                <a:moveTo>
                  <a:pt x="336042" y="37718"/>
                </a:moveTo>
                <a:lnTo>
                  <a:pt x="317033" y="38056"/>
                </a:lnTo>
                <a:lnTo>
                  <a:pt x="317704" y="75818"/>
                </a:lnTo>
                <a:lnTo>
                  <a:pt x="317710" y="76158"/>
                </a:lnTo>
                <a:lnTo>
                  <a:pt x="336803" y="75818"/>
                </a:lnTo>
                <a:lnTo>
                  <a:pt x="336161" y="43687"/>
                </a:lnTo>
                <a:lnTo>
                  <a:pt x="336042" y="37718"/>
                </a:lnTo>
                <a:close/>
              </a:path>
              <a:path w="431800" h="114300">
                <a:moveTo>
                  <a:pt x="316356" y="0"/>
                </a:moveTo>
                <a:lnTo>
                  <a:pt x="317027" y="37718"/>
                </a:lnTo>
                <a:lnTo>
                  <a:pt x="317033" y="38056"/>
                </a:lnTo>
                <a:lnTo>
                  <a:pt x="336042" y="37718"/>
                </a:lnTo>
                <a:lnTo>
                  <a:pt x="395271" y="37718"/>
                </a:lnTo>
                <a:lnTo>
                  <a:pt x="3163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object 4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00683" y="2636520"/>
            <a:ext cx="783335" cy="27950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153411" y="584362"/>
            <a:ext cx="4856480" cy="745490"/>
            <a:chOff x="2153411" y="584362"/>
            <a:chExt cx="4856480" cy="7454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4020" y="584362"/>
              <a:ext cx="4519579" cy="23161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3411" y="761999"/>
              <a:ext cx="4856226" cy="56768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069" rIns="0" bIns="0" rtlCol="0" vert="horz">
            <a:spAutoFit/>
          </a:bodyPr>
          <a:lstStyle/>
          <a:p>
            <a:pPr marL="175069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000000"/>
                </a:solidFill>
                <a:latin typeface="Comic Sans MS"/>
                <a:cs typeface="Comic Sans MS"/>
              </a:rPr>
              <a:t>MODEL</a:t>
            </a:r>
            <a:r>
              <a:rPr dirty="0" sz="2000" spc="-3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dirty="0" sz="2000">
                <a:solidFill>
                  <a:srgbClr val="000000"/>
                </a:solidFill>
                <a:latin typeface="Comic Sans MS"/>
                <a:cs typeface="Comic Sans MS"/>
              </a:rPr>
              <a:t>PERSEPTUAL</a:t>
            </a:r>
            <a:r>
              <a:rPr dirty="0" sz="2000" spc="-55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dirty="0" sz="2000" spc="-10">
                <a:solidFill>
                  <a:srgbClr val="000000"/>
                </a:solidFill>
                <a:latin typeface="Comic Sans MS"/>
                <a:cs typeface="Comic Sans MS"/>
              </a:rPr>
              <a:t>KOMUNIKASI</a:t>
            </a:r>
            <a:endParaRPr sz="2000">
              <a:latin typeface="Comic Sans MS"/>
              <a:cs typeface="Comic Sans MS"/>
            </a:endParaRPr>
          </a:p>
          <a:p>
            <a:pPr marL="1749425">
              <a:lnSpc>
                <a:spcPct val="100000"/>
              </a:lnSpc>
            </a:pPr>
            <a:r>
              <a:rPr dirty="0" sz="2000" i="1">
                <a:solidFill>
                  <a:srgbClr val="000000"/>
                </a:solidFill>
                <a:latin typeface="Comic Sans MS"/>
                <a:cs typeface="Comic Sans MS"/>
              </a:rPr>
              <a:t>(Perceptual</a:t>
            </a:r>
            <a:r>
              <a:rPr dirty="0" sz="2000" spc="-50" i="1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dirty="0" sz="2000" i="1">
                <a:solidFill>
                  <a:srgbClr val="000000"/>
                </a:solidFill>
                <a:latin typeface="Comic Sans MS"/>
                <a:cs typeface="Comic Sans MS"/>
              </a:rPr>
              <a:t>Model</a:t>
            </a:r>
            <a:r>
              <a:rPr dirty="0" sz="2000" spc="-50" i="1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dirty="0" sz="2000" i="1">
                <a:solidFill>
                  <a:srgbClr val="000000"/>
                </a:solidFill>
                <a:latin typeface="Comic Sans MS"/>
                <a:cs typeface="Comic Sans MS"/>
              </a:rPr>
              <a:t>of</a:t>
            </a:r>
            <a:r>
              <a:rPr dirty="0" sz="2000" spc="-40" i="1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dirty="0" sz="2000" spc="-10" i="1">
                <a:solidFill>
                  <a:srgbClr val="000000"/>
                </a:solidFill>
                <a:latin typeface="Comic Sans MS"/>
                <a:cs typeface="Comic Sans MS"/>
              </a:rPr>
              <a:t>Communication)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60114" y="5997651"/>
            <a:ext cx="17557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alibri"/>
                <a:cs typeface="Calibri"/>
              </a:rPr>
              <a:t>Lingkar</a:t>
            </a:r>
            <a:r>
              <a:rPr dirty="0" sz="1600" spc="-5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Umpan</a:t>
            </a:r>
            <a:r>
              <a:rPr dirty="0" sz="1600" spc="-5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Balik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609153" y="1366837"/>
            <a:ext cx="1228725" cy="1152525"/>
            <a:chOff x="1609153" y="1366837"/>
            <a:chExt cx="1228725" cy="1152525"/>
          </a:xfrm>
        </p:grpSpPr>
        <p:sp>
          <p:nvSpPr>
            <p:cNvPr id="8" name="object 8" descr=""/>
            <p:cNvSpPr/>
            <p:nvPr/>
          </p:nvSpPr>
          <p:spPr>
            <a:xfrm>
              <a:off x="1613916" y="1371600"/>
              <a:ext cx="1219200" cy="1143000"/>
            </a:xfrm>
            <a:custGeom>
              <a:avLst/>
              <a:gdLst/>
              <a:ahLst/>
              <a:cxnLst/>
              <a:rect l="l" t="t" r="r" b="b"/>
              <a:pathLst>
                <a:path w="1219200" h="1143000">
                  <a:moveTo>
                    <a:pt x="609600" y="0"/>
                  </a:moveTo>
                  <a:lnTo>
                    <a:pt x="559602" y="1894"/>
                  </a:lnTo>
                  <a:lnTo>
                    <a:pt x="510718" y="7480"/>
                  </a:lnTo>
                  <a:lnTo>
                    <a:pt x="463104" y="16611"/>
                  </a:lnTo>
                  <a:lnTo>
                    <a:pt x="416917" y="29138"/>
                  </a:lnTo>
                  <a:lnTo>
                    <a:pt x="372314" y="44916"/>
                  </a:lnTo>
                  <a:lnTo>
                    <a:pt x="329451" y="63796"/>
                  </a:lnTo>
                  <a:lnTo>
                    <a:pt x="288486" y="85632"/>
                  </a:lnTo>
                  <a:lnTo>
                    <a:pt x="249576" y="110276"/>
                  </a:lnTo>
                  <a:lnTo>
                    <a:pt x="212877" y="137582"/>
                  </a:lnTo>
                  <a:lnTo>
                    <a:pt x="178546" y="167401"/>
                  </a:lnTo>
                  <a:lnTo>
                    <a:pt x="146740" y="199588"/>
                  </a:lnTo>
                  <a:lnTo>
                    <a:pt x="117616" y="233994"/>
                  </a:lnTo>
                  <a:lnTo>
                    <a:pt x="91331" y="270474"/>
                  </a:lnTo>
                  <a:lnTo>
                    <a:pt x="68041" y="308878"/>
                  </a:lnTo>
                  <a:lnTo>
                    <a:pt x="47904" y="349061"/>
                  </a:lnTo>
                  <a:lnTo>
                    <a:pt x="31077" y="390875"/>
                  </a:lnTo>
                  <a:lnTo>
                    <a:pt x="17716" y="434173"/>
                  </a:lnTo>
                  <a:lnTo>
                    <a:pt x="7978" y="478808"/>
                  </a:lnTo>
                  <a:lnTo>
                    <a:pt x="2020" y="524632"/>
                  </a:lnTo>
                  <a:lnTo>
                    <a:pt x="0" y="571500"/>
                  </a:lnTo>
                  <a:lnTo>
                    <a:pt x="2020" y="618367"/>
                  </a:lnTo>
                  <a:lnTo>
                    <a:pt x="7978" y="664191"/>
                  </a:lnTo>
                  <a:lnTo>
                    <a:pt x="17716" y="708826"/>
                  </a:lnTo>
                  <a:lnTo>
                    <a:pt x="31077" y="752124"/>
                  </a:lnTo>
                  <a:lnTo>
                    <a:pt x="47904" y="793938"/>
                  </a:lnTo>
                  <a:lnTo>
                    <a:pt x="68041" y="834121"/>
                  </a:lnTo>
                  <a:lnTo>
                    <a:pt x="91331" y="872525"/>
                  </a:lnTo>
                  <a:lnTo>
                    <a:pt x="117616" y="909005"/>
                  </a:lnTo>
                  <a:lnTo>
                    <a:pt x="146740" y="943411"/>
                  </a:lnTo>
                  <a:lnTo>
                    <a:pt x="178546" y="975598"/>
                  </a:lnTo>
                  <a:lnTo>
                    <a:pt x="212877" y="1005417"/>
                  </a:lnTo>
                  <a:lnTo>
                    <a:pt x="249576" y="1032723"/>
                  </a:lnTo>
                  <a:lnTo>
                    <a:pt x="288486" y="1057367"/>
                  </a:lnTo>
                  <a:lnTo>
                    <a:pt x="329451" y="1079203"/>
                  </a:lnTo>
                  <a:lnTo>
                    <a:pt x="372314" y="1098083"/>
                  </a:lnTo>
                  <a:lnTo>
                    <a:pt x="416917" y="1113861"/>
                  </a:lnTo>
                  <a:lnTo>
                    <a:pt x="463104" y="1126388"/>
                  </a:lnTo>
                  <a:lnTo>
                    <a:pt x="510718" y="1135519"/>
                  </a:lnTo>
                  <a:lnTo>
                    <a:pt x="559602" y="1141105"/>
                  </a:lnTo>
                  <a:lnTo>
                    <a:pt x="609600" y="1143000"/>
                  </a:lnTo>
                  <a:lnTo>
                    <a:pt x="659597" y="1141105"/>
                  </a:lnTo>
                  <a:lnTo>
                    <a:pt x="708481" y="1135519"/>
                  </a:lnTo>
                  <a:lnTo>
                    <a:pt x="756095" y="1126388"/>
                  </a:lnTo>
                  <a:lnTo>
                    <a:pt x="802282" y="1113861"/>
                  </a:lnTo>
                  <a:lnTo>
                    <a:pt x="846885" y="1098083"/>
                  </a:lnTo>
                  <a:lnTo>
                    <a:pt x="889748" y="1079203"/>
                  </a:lnTo>
                  <a:lnTo>
                    <a:pt x="930713" y="1057367"/>
                  </a:lnTo>
                  <a:lnTo>
                    <a:pt x="969623" y="1032723"/>
                  </a:lnTo>
                  <a:lnTo>
                    <a:pt x="1006322" y="1005417"/>
                  </a:lnTo>
                  <a:lnTo>
                    <a:pt x="1040653" y="975598"/>
                  </a:lnTo>
                  <a:lnTo>
                    <a:pt x="1072459" y="943411"/>
                  </a:lnTo>
                  <a:lnTo>
                    <a:pt x="1101583" y="909005"/>
                  </a:lnTo>
                  <a:lnTo>
                    <a:pt x="1127868" y="872525"/>
                  </a:lnTo>
                  <a:lnTo>
                    <a:pt x="1151158" y="834121"/>
                  </a:lnTo>
                  <a:lnTo>
                    <a:pt x="1171295" y="793938"/>
                  </a:lnTo>
                  <a:lnTo>
                    <a:pt x="1188122" y="752124"/>
                  </a:lnTo>
                  <a:lnTo>
                    <a:pt x="1201483" y="708826"/>
                  </a:lnTo>
                  <a:lnTo>
                    <a:pt x="1211221" y="664191"/>
                  </a:lnTo>
                  <a:lnTo>
                    <a:pt x="1217179" y="618367"/>
                  </a:lnTo>
                  <a:lnTo>
                    <a:pt x="1219200" y="571500"/>
                  </a:lnTo>
                  <a:lnTo>
                    <a:pt x="1217179" y="524632"/>
                  </a:lnTo>
                  <a:lnTo>
                    <a:pt x="1211221" y="478808"/>
                  </a:lnTo>
                  <a:lnTo>
                    <a:pt x="1201483" y="434173"/>
                  </a:lnTo>
                  <a:lnTo>
                    <a:pt x="1188122" y="390875"/>
                  </a:lnTo>
                  <a:lnTo>
                    <a:pt x="1171295" y="349061"/>
                  </a:lnTo>
                  <a:lnTo>
                    <a:pt x="1151158" y="308878"/>
                  </a:lnTo>
                  <a:lnTo>
                    <a:pt x="1127868" y="270474"/>
                  </a:lnTo>
                  <a:lnTo>
                    <a:pt x="1101583" y="233994"/>
                  </a:lnTo>
                  <a:lnTo>
                    <a:pt x="1072459" y="199588"/>
                  </a:lnTo>
                  <a:lnTo>
                    <a:pt x="1040653" y="167401"/>
                  </a:lnTo>
                  <a:lnTo>
                    <a:pt x="1006322" y="137582"/>
                  </a:lnTo>
                  <a:lnTo>
                    <a:pt x="969623" y="110276"/>
                  </a:lnTo>
                  <a:lnTo>
                    <a:pt x="930713" y="85632"/>
                  </a:lnTo>
                  <a:lnTo>
                    <a:pt x="889748" y="63796"/>
                  </a:lnTo>
                  <a:lnTo>
                    <a:pt x="846885" y="44916"/>
                  </a:lnTo>
                  <a:lnTo>
                    <a:pt x="802282" y="29138"/>
                  </a:lnTo>
                  <a:lnTo>
                    <a:pt x="756095" y="16611"/>
                  </a:lnTo>
                  <a:lnTo>
                    <a:pt x="708481" y="7480"/>
                  </a:lnTo>
                  <a:lnTo>
                    <a:pt x="659597" y="189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613916" y="1371600"/>
              <a:ext cx="1219200" cy="1143000"/>
            </a:xfrm>
            <a:custGeom>
              <a:avLst/>
              <a:gdLst/>
              <a:ahLst/>
              <a:cxnLst/>
              <a:rect l="l" t="t" r="r" b="b"/>
              <a:pathLst>
                <a:path w="1219200" h="1143000">
                  <a:moveTo>
                    <a:pt x="0" y="571500"/>
                  </a:moveTo>
                  <a:lnTo>
                    <a:pt x="2020" y="524632"/>
                  </a:lnTo>
                  <a:lnTo>
                    <a:pt x="7978" y="478808"/>
                  </a:lnTo>
                  <a:lnTo>
                    <a:pt x="17716" y="434173"/>
                  </a:lnTo>
                  <a:lnTo>
                    <a:pt x="31077" y="390875"/>
                  </a:lnTo>
                  <a:lnTo>
                    <a:pt x="47904" y="349061"/>
                  </a:lnTo>
                  <a:lnTo>
                    <a:pt x="68041" y="308878"/>
                  </a:lnTo>
                  <a:lnTo>
                    <a:pt x="91331" y="270474"/>
                  </a:lnTo>
                  <a:lnTo>
                    <a:pt x="117616" y="233994"/>
                  </a:lnTo>
                  <a:lnTo>
                    <a:pt x="146740" y="199588"/>
                  </a:lnTo>
                  <a:lnTo>
                    <a:pt x="178546" y="167401"/>
                  </a:lnTo>
                  <a:lnTo>
                    <a:pt x="212877" y="137582"/>
                  </a:lnTo>
                  <a:lnTo>
                    <a:pt x="249576" y="110276"/>
                  </a:lnTo>
                  <a:lnTo>
                    <a:pt x="288486" y="85632"/>
                  </a:lnTo>
                  <a:lnTo>
                    <a:pt x="329451" y="63796"/>
                  </a:lnTo>
                  <a:lnTo>
                    <a:pt x="372314" y="44916"/>
                  </a:lnTo>
                  <a:lnTo>
                    <a:pt x="416917" y="29138"/>
                  </a:lnTo>
                  <a:lnTo>
                    <a:pt x="463104" y="16611"/>
                  </a:lnTo>
                  <a:lnTo>
                    <a:pt x="510718" y="7480"/>
                  </a:lnTo>
                  <a:lnTo>
                    <a:pt x="559602" y="1894"/>
                  </a:lnTo>
                  <a:lnTo>
                    <a:pt x="609600" y="0"/>
                  </a:lnTo>
                  <a:lnTo>
                    <a:pt x="659597" y="1894"/>
                  </a:lnTo>
                  <a:lnTo>
                    <a:pt x="708481" y="7480"/>
                  </a:lnTo>
                  <a:lnTo>
                    <a:pt x="756095" y="16611"/>
                  </a:lnTo>
                  <a:lnTo>
                    <a:pt x="802282" y="29138"/>
                  </a:lnTo>
                  <a:lnTo>
                    <a:pt x="846885" y="44916"/>
                  </a:lnTo>
                  <a:lnTo>
                    <a:pt x="889748" y="63796"/>
                  </a:lnTo>
                  <a:lnTo>
                    <a:pt x="930713" y="85632"/>
                  </a:lnTo>
                  <a:lnTo>
                    <a:pt x="969623" y="110276"/>
                  </a:lnTo>
                  <a:lnTo>
                    <a:pt x="1006322" y="137582"/>
                  </a:lnTo>
                  <a:lnTo>
                    <a:pt x="1040653" y="167401"/>
                  </a:lnTo>
                  <a:lnTo>
                    <a:pt x="1072459" y="199588"/>
                  </a:lnTo>
                  <a:lnTo>
                    <a:pt x="1101583" y="233994"/>
                  </a:lnTo>
                  <a:lnTo>
                    <a:pt x="1127868" y="270474"/>
                  </a:lnTo>
                  <a:lnTo>
                    <a:pt x="1151158" y="308878"/>
                  </a:lnTo>
                  <a:lnTo>
                    <a:pt x="1171295" y="349061"/>
                  </a:lnTo>
                  <a:lnTo>
                    <a:pt x="1188122" y="390875"/>
                  </a:lnTo>
                  <a:lnTo>
                    <a:pt x="1201483" y="434173"/>
                  </a:lnTo>
                  <a:lnTo>
                    <a:pt x="1211221" y="478808"/>
                  </a:lnTo>
                  <a:lnTo>
                    <a:pt x="1217179" y="524632"/>
                  </a:lnTo>
                  <a:lnTo>
                    <a:pt x="1219200" y="571500"/>
                  </a:lnTo>
                  <a:lnTo>
                    <a:pt x="1217179" y="618367"/>
                  </a:lnTo>
                  <a:lnTo>
                    <a:pt x="1211221" y="664191"/>
                  </a:lnTo>
                  <a:lnTo>
                    <a:pt x="1201483" y="708826"/>
                  </a:lnTo>
                  <a:lnTo>
                    <a:pt x="1188122" y="752124"/>
                  </a:lnTo>
                  <a:lnTo>
                    <a:pt x="1171295" y="793938"/>
                  </a:lnTo>
                  <a:lnTo>
                    <a:pt x="1151158" y="834121"/>
                  </a:lnTo>
                  <a:lnTo>
                    <a:pt x="1127868" y="872525"/>
                  </a:lnTo>
                  <a:lnTo>
                    <a:pt x="1101583" y="909005"/>
                  </a:lnTo>
                  <a:lnTo>
                    <a:pt x="1072459" y="943411"/>
                  </a:lnTo>
                  <a:lnTo>
                    <a:pt x="1040653" y="975598"/>
                  </a:lnTo>
                  <a:lnTo>
                    <a:pt x="1006322" y="1005417"/>
                  </a:lnTo>
                  <a:lnTo>
                    <a:pt x="969623" y="1032723"/>
                  </a:lnTo>
                  <a:lnTo>
                    <a:pt x="930713" y="1057367"/>
                  </a:lnTo>
                  <a:lnTo>
                    <a:pt x="889748" y="1079203"/>
                  </a:lnTo>
                  <a:lnTo>
                    <a:pt x="846885" y="1098083"/>
                  </a:lnTo>
                  <a:lnTo>
                    <a:pt x="802282" y="1113861"/>
                  </a:lnTo>
                  <a:lnTo>
                    <a:pt x="756095" y="1126388"/>
                  </a:lnTo>
                  <a:lnTo>
                    <a:pt x="708481" y="1135519"/>
                  </a:lnTo>
                  <a:lnTo>
                    <a:pt x="659597" y="1141105"/>
                  </a:lnTo>
                  <a:lnTo>
                    <a:pt x="609600" y="1143000"/>
                  </a:lnTo>
                  <a:lnTo>
                    <a:pt x="559602" y="1141105"/>
                  </a:lnTo>
                  <a:lnTo>
                    <a:pt x="510718" y="1135519"/>
                  </a:lnTo>
                  <a:lnTo>
                    <a:pt x="463104" y="1126388"/>
                  </a:lnTo>
                  <a:lnTo>
                    <a:pt x="416917" y="1113861"/>
                  </a:lnTo>
                  <a:lnTo>
                    <a:pt x="372314" y="1098083"/>
                  </a:lnTo>
                  <a:lnTo>
                    <a:pt x="329451" y="1079203"/>
                  </a:lnTo>
                  <a:lnTo>
                    <a:pt x="288486" y="1057367"/>
                  </a:lnTo>
                  <a:lnTo>
                    <a:pt x="249576" y="1032723"/>
                  </a:lnTo>
                  <a:lnTo>
                    <a:pt x="212877" y="1005417"/>
                  </a:lnTo>
                  <a:lnTo>
                    <a:pt x="178546" y="975598"/>
                  </a:lnTo>
                  <a:lnTo>
                    <a:pt x="146740" y="943411"/>
                  </a:lnTo>
                  <a:lnTo>
                    <a:pt x="117616" y="909005"/>
                  </a:lnTo>
                  <a:lnTo>
                    <a:pt x="91331" y="872525"/>
                  </a:lnTo>
                  <a:lnTo>
                    <a:pt x="68041" y="834121"/>
                  </a:lnTo>
                  <a:lnTo>
                    <a:pt x="47904" y="793938"/>
                  </a:lnTo>
                  <a:lnTo>
                    <a:pt x="31077" y="752124"/>
                  </a:lnTo>
                  <a:lnTo>
                    <a:pt x="17716" y="708826"/>
                  </a:lnTo>
                  <a:lnTo>
                    <a:pt x="7978" y="664191"/>
                  </a:lnTo>
                  <a:lnTo>
                    <a:pt x="2020" y="618367"/>
                  </a:lnTo>
                  <a:lnTo>
                    <a:pt x="0" y="5715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683766" y="1711198"/>
            <a:ext cx="108267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Pengkodean</a:t>
            </a:r>
            <a:endParaRPr sz="1400">
              <a:latin typeface="Arial"/>
              <a:cs typeface="Arial"/>
            </a:endParaRPr>
          </a:p>
          <a:p>
            <a:pPr marL="86995">
              <a:lnSpc>
                <a:spcPct val="100000"/>
              </a:lnSpc>
            </a:pPr>
            <a:r>
              <a:rPr dirty="0" sz="1400" spc="-10" b="1" i="1">
                <a:latin typeface="Arial"/>
                <a:cs typeface="Arial"/>
              </a:rPr>
              <a:t>(encoding)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348037" y="1443037"/>
            <a:ext cx="1076325" cy="1000125"/>
            <a:chOff x="3348037" y="1443037"/>
            <a:chExt cx="1076325" cy="1000125"/>
          </a:xfrm>
        </p:grpSpPr>
        <p:sp>
          <p:nvSpPr>
            <p:cNvPr id="12" name="object 12" descr=""/>
            <p:cNvSpPr/>
            <p:nvPr/>
          </p:nvSpPr>
          <p:spPr>
            <a:xfrm>
              <a:off x="3352800" y="1447800"/>
              <a:ext cx="1066800" cy="990600"/>
            </a:xfrm>
            <a:custGeom>
              <a:avLst/>
              <a:gdLst/>
              <a:ahLst/>
              <a:cxnLst/>
              <a:rect l="l" t="t" r="r" b="b"/>
              <a:pathLst>
                <a:path w="1066800" h="990600">
                  <a:moveTo>
                    <a:pt x="533400" y="0"/>
                  </a:moveTo>
                  <a:lnTo>
                    <a:pt x="484842" y="2024"/>
                  </a:lnTo>
                  <a:lnTo>
                    <a:pt x="437507" y="7979"/>
                  </a:lnTo>
                  <a:lnTo>
                    <a:pt x="391583" y="17691"/>
                  </a:lnTo>
                  <a:lnTo>
                    <a:pt x="347258" y="30985"/>
                  </a:lnTo>
                  <a:lnTo>
                    <a:pt x="304721" y="47687"/>
                  </a:lnTo>
                  <a:lnTo>
                    <a:pt x="264159" y="67620"/>
                  </a:lnTo>
                  <a:lnTo>
                    <a:pt x="225762" y="90611"/>
                  </a:lnTo>
                  <a:lnTo>
                    <a:pt x="189716" y="116484"/>
                  </a:lnTo>
                  <a:lnTo>
                    <a:pt x="156209" y="145065"/>
                  </a:lnTo>
                  <a:lnTo>
                    <a:pt x="125432" y="176179"/>
                  </a:lnTo>
                  <a:lnTo>
                    <a:pt x="97570" y="209652"/>
                  </a:lnTo>
                  <a:lnTo>
                    <a:pt x="72813" y="245307"/>
                  </a:lnTo>
                  <a:lnTo>
                    <a:pt x="51348" y="282971"/>
                  </a:lnTo>
                  <a:lnTo>
                    <a:pt x="33364" y="322469"/>
                  </a:lnTo>
                  <a:lnTo>
                    <a:pt x="19050" y="363625"/>
                  </a:lnTo>
                  <a:lnTo>
                    <a:pt x="8592" y="406266"/>
                  </a:lnTo>
                  <a:lnTo>
                    <a:pt x="2179" y="450215"/>
                  </a:lnTo>
                  <a:lnTo>
                    <a:pt x="0" y="495300"/>
                  </a:lnTo>
                  <a:lnTo>
                    <a:pt x="2179" y="540384"/>
                  </a:lnTo>
                  <a:lnTo>
                    <a:pt x="8592" y="584333"/>
                  </a:lnTo>
                  <a:lnTo>
                    <a:pt x="19050" y="626974"/>
                  </a:lnTo>
                  <a:lnTo>
                    <a:pt x="33364" y="668130"/>
                  </a:lnTo>
                  <a:lnTo>
                    <a:pt x="51348" y="707628"/>
                  </a:lnTo>
                  <a:lnTo>
                    <a:pt x="72813" y="745292"/>
                  </a:lnTo>
                  <a:lnTo>
                    <a:pt x="97570" y="780947"/>
                  </a:lnTo>
                  <a:lnTo>
                    <a:pt x="125432" y="814420"/>
                  </a:lnTo>
                  <a:lnTo>
                    <a:pt x="156210" y="845534"/>
                  </a:lnTo>
                  <a:lnTo>
                    <a:pt x="189716" y="874115"/>
                  </a:lnTo>
                  <a:lnTo>
                    <a:pt x="225762" y="899988"/>
                  </a:lnTo>
                  <a:lnTo>
                    <a:pt x="264160" y="922979"/>
                  </a:lnTo>
                  <a:lnTo>
                    <a:pt x="304721" y="942912"/>
                  </a:lnTo>
                  <a:lnTo>
                    <a:pt x="347258" y="959614"/>
                  </a:lnTo>
                  <a:lnTo>
                    <a:pt x="391583" y="972908"/>
                  </a:lnTo>
                  <a:lnTo>
                    <a:pt x="437507" y="982620"/>
                  </a:lnTo>
                  <a:lnTo>
                    <a:pt x="484842" y="988575"/>
                  </a:lnTo>
                  <a:lnTo>
                    <a:pt x="533400" y="990600"/>
                  </a:lnTo>
                  <a:lnTo>
                    <a:pt x="581957" y="988575"/>
                  </a:lnTo>
                  <a:lnTo>
                    <a:pt x="629292" y="982620"/>
                  </a:lnTo>
                  <a:lnTo>
                    <a:pt x="675216" y="972908"/>
                  </a:lnTo>
                  <a:lnTo>
                    <a:pt x="719541" y="959614"/>
                  </a:lnTo>
                  <a:lnTo>
                    <a:pt x="762078" y="942912"/>
                  </a:lnTo>
                  <a:lnTo>
                    <a:pt x="802640" y="922979"/>
                  </a:lnTo>
                  <a:lnTo>
                    <a:pt x="841037" y="899988"/>
                  </a:lnTo>
                  <a:lnTo>
                    <a:pt x="877083" y="874115"/>
                  </a:lnTo>
                  <a:lnTo>
                    <a:pt x="910590" y="845534"/>
                  </a:lnTo>
                  <a:lnTo>
                    <a:pt x="941367" y="814420"/>
                  </a:lnTo>
                  <a:lnTo>
                    <a:pt x="969229" y="780947"/>
                  </a:lnTo>
                  <a:lnTo>
                    <a:pt x="993986" y="745292"/>
                  </a:lnTo>
                  <a:lnTo>
                    <a:pt x="1015451" y="707628"/>
                  </a:lnTo>
                  <a:lnTo>
                    <a:pt x="1033435" y="668130"/>
                  </a:lnTo>
                  <a:lnTo>
                    <a:pt x="1047750" y="626974"/>
                  </a:lnTo>
                  <a:lnTo>
                    <a:pt x="1058207" y="584333"/>
                  </a:lnTo>
                  <a:lnTo>
                    <a:pt x="1064620" y="540384"/>
                  </a:lnTo>
                  <a:lnTo>
                    <a:pt x="1066800" y="495300"/>
                  </a:lnTo>
                  <a:lnTo>
                    <a:pt x="1064620" y="450215"/>
                  </a:lnTo>
                  <a:lnTo>
                    <a:pt x="1058207" y="406266"/>
                  </a:lnTo>
                  <a:lnTo>
                    <a:pt x="1047749" y="363625"/>
                  </a:lnTo>
                  <a:lnTo>
                    <a:pt x="1033435" y="322469"/>
                  </a:lnTo>
                  <a:lnTo>
                    <a:pt x="1015451" y="282971"/>
                  </a:lnTo>
                  <a:lnTo>
                    <a:pt x="993986" y="245307"/>
                  </a:lnTo>
                  <a:lnTo>
                    <a:pt x="969229" y="209652"/>
                  </a:lnTo>
                  <a:lnTo>
                    <a:pt x="941367" y="176179"/>
                  </a:lnTo>
                  <a:lnTo>
                    <a:pt x="910589" y="145065"/>
                  </a:lnTo>
                  <a:lnTo>
                    <a:pt x="877083" y="116484"/>
                  </a:lnTo>
                  <a:lnTo>
                    <a:pt x="841037" y="90611"/>
                  </a:lnTo>
                  <a:lnTo>
                    <a:pt x="802639" y="67620"/>
                  </a:lnTo>
                  <a:lnTo>
                    <a:pt x="762078" y="47687"/>
                  </a:lnTo>
                  <a:lnTo>
                    <a:pt x="719541" y="30985"/>
                  </a:lnTo>
                  <a:lnTo>
                    <a:pt x="675216" y="17691"/>
                  </a:lnTo>
                  <a:lnTo>
                    <a:pt x="629292" y="7979"/>
                  </a:lnTo>
                  <a:lnTo>
                    <a:pt x="581957" y="2024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352800" y="1447800"/>
              <a:ext cx="1066800" cy="990600"/>
            </a:xfrm>
            <a:custGeom>
              <a:avLst/>
              <a:gdLst/>
              <a:ahLst/>
              <a:cxnLst/>
              <a:rect l="l" t="t" r="r" b="b"/>
              <a:pathLst>
                <a:path w="1066800" h="990600">
                  <a:moveTo>
                    <a:pt x="0" y="495300"/>
                  </a:moveTo>
                  <a:lnTo>
                    <a:pt x="2179" y="450215"/>
                  </a:lnTo>
                  <a:lnTo>
                    <a:pt x="8592" y="406266"/>
                  </a:lnTo>
                  <a:lnTo>
                    <a:pt x="19050" y="363625"/>
                  </a:lnTo>
                  <a:lnTo>
                    <a:pt x="33364" y="322469"/>
                  </a:lnTo>
                  <a:lnTo>
                    <a:pt x="51348" y="282971"/>
                  </a:lnTo>
                  <a:lnTo>
                    <a:pt x="72813" y="245307"/>
                  </a:lnTo>
                  <a:lnTo>
                    <a:pt x="97570" y="209652"/>
                  </a:lnTo>
                  <a:lnTo>
                    <a:pt x="125432" y="176179"/>
                  </a:lnTo>
                  <a:lnTo>
                    <a:pt x="156209" y="145065"/>
                  </a:lnTo>
                  <a:lnTo>
                    <a:pt x="189716" y="116484"/>
                  </a:lnTo>
                  <a:lnTo>
                    <a:pt x="225762" y="90611"/>
                  </a:lnTo>
                  <a:lnTo>
                    <a:pt x="264159" y="67620"/>
                  </a:lnTo>
                  <a:lnTo>
                    <a:pt x="304721" y="47687"/>
                  </a:lnTo>
                  <a:lnTo>
                    <a:pt x="347258" y="30985"/>
                  </a:lnTo>
                  <a:lnTo>
                    <a:pt x="391583" y="17691"/>
                  </a:lnTo>
                  <a:lnTo>
                    <a:pt x="437507" y="7979"/>
                  </a:lnTo>
                  <a:lnTo>
                    <a:pt x="484842" y="2024"/>
                  </a:lnTo>
                  <a:lnTo>
                    <a:pt x="533400" y="0"/>
                  </a:lnTo>
                  <a:lnTo>
                    <a:pt x="581957" y="2024"/>
                  </a:lnTo>
                  <a:lnTo>
                    <a:pt x="629292" y="7979"/>
                  </a:lnTo>
                  <a:lnTo>
                    <a:pt x="675216" y="17691"/>
                  </a:lnTo>
                  <a:lnTo>
                    <a:pt x="719541" y="30985"/>
                  </a:lnTo>
                  <a:lnTo>
                    <a:pt x="762078" y="47687"/>
                  </a:lnTo>
                  <a:lnTo>
                    <a:pt x="802639" y="67620"/>
                  </a:lnTo>
                  <a:lnTo>
                    <a:pt x="841037" y="90611"/>
                  </a:lnTo>
                  <a:lnTo>
                    <a:pt x="877083" y="116484"/>
                  </a:lnTo>
                  <a:lnTo>
                    <a:pt x="910589" y="145065"/>
                  </a:lnTo>
                  <a:lnTo>
                    <a:pt x="941367" y="176179"/>
                  </a:lnTo>
                  <a:lnTo>
                    <a:pt x="969229" y="209652"/>
                  </a:lnTo>
                  <a:lnTo>
                    <a:pt x="993986" y="245307"/>
                  </a:lnTo>
                  <a:lnTo>
                    <a:pt x="1015451" y="282971"/>
                  </a:lnTo>
                  <a:lnTo>
                    <a:pt x="1033435" y="322469"/>
                  </a:lnTo>
                  <a:lnTo>
                    <a:pt x="1047749" y="363625"/>
                  </a:lnTo>
                  <a:lnTo>
                    <a:pt x="1058207" y="406266"/>
                  </a:lnTo>
                  <a:lnTo>
                    <a:pt x="1064620" y="450215"/>
                  </a:lnTo>
                  <a:lnTo>
                    <a:pt x="1066800" y="495300"/>
                  </a:lnTo>
                  <a:lnTo>
                    <a:pt x="1064620" y="540384"/>
                  </a:lnTo>
                  <a:lnTo>
                    <a:pt x="1058207" y="584333"/>
                  </a:lnTo>
                  <a:lnTo>
                    <a:pt x="1047750" y="626974"/>
                  </a:lnTo>
                  <a:lnTo>
                    <a:pt x="1033435" y="668130"/>
                  </a:lnTo>
                  <a:lnTo>
                    <a:pt x="1015451" y="707628"/>
                  </a:lnTo>
                  <a:lnTo>
                    <a:pt x="993986" y="745292"/>
                  </a:lnTo>
                  <a:lnTo>
                    <a:pt x="969229" y="780947"/>
                  </a:lnTo>
                  <a:lnTo>
                    <a:pt x="941367" y="814420"/>
                  </a:lnTo>
                  <a:lnTo>
                    <a:pt x="910590" y="845534"/>
                  </a:lnTo>
                  <a:lnTo>
                    <a:pt x="877083" y="874115"/>
                  </a:lnTo>
                  <a:lnTo>
                    <a:pt x="841037" y="899988"/>
                  </a:lnTo>
                  <a:lnTo>
                    <a:pt x="802640" y="922979"/>
                  </a:lnTo>
                  <a:lnTo>
                    <a:pt x="762078" y="942912"/>
                  </a:lnTo>
                  <a:lnTo>
                    <a:pt x="719541" y="959614"/>
                  </a:lnTo>
                  <a:lnTo>
                    <a:pt x="675216" y="972908"/>
                  </a:lnTo>
                  <a:lnTo>
                    <a:pt x="629292" y="982620"/>
                  </a:lnTo>
                  <a:lnTo>
                    <a:pt x="581957" y="988575"/>
                  </a:lnTo>
                  <a:lnTo>
                    <a:pt x="533400" y="990600"/>
                  </a:lnTo>
                  <a:lnTo>
                    <a:pt x="484842" y="988575"/>
                  </a:lnTo>
                  <a:lnTo>
                    <a:pt x="437507" y="982620"/>
                  </a:lnTo>
                  <a:lnTo>
                    <a:pt x="391583" y="972908"/>
                  </a:lnTo>
                  <a:lnTo>
                    <a:pt x="347258" y="959614"/>
                  </a:lnTo>
                  <a:lnTo>
                    <a:pt x="304721" y="942912"/>
                  </a:lnTo>
                  <a:lnTo>
                    <a:pt x="264160" y="922979"/>
                  </a:lnTo>
                  <a:lnTo>
                    <a:pt x="225762" y="899988"/>
                  </a:lnTo>
                  <a:lnTo>
                    <a:pt x="189716" y="874115"/>
                  </a:lnTo>
                  <a:lnTo>
                    <a:pt x="156210" y="845534"/>
                  </a:lnTo>
                  <a:lnTo>
                    <a:pt x="125432" y="814420"/>
                  </a:lnTo>
                  <a:lnTo>
                    <a:pt x="97570" y="780947"/>
                  </a:lnTo>
                  <a:lnTo>
                    <a:pt x="72813" y="745292"/>
                  </a:lnTo>
                  <a:lnTo>
                    <a:pt x="51348" y="707628"/>
                  </a:lnTo>
                  <a:lnTo>
                    <a:pt x="33364" y="668130"/>
                  </a:lnTo>
                  <a:lnTo>
                    <a:pt x="19050" y="626974"/>
                  </a:lnTo>
                  <a:lnTo>
                    <a:pt x="8592" y="584333"/>
                  </a:lnTo>
                  <a:lnTo>
                    <a:pt x="2179" y="540384"/>
                  </a:lnTo>
                  <a:lnTo>
                    <a:pt x="0" y="4953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612007" y="1817877"/>
            <a:ext cx="5505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Pesan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948237" y="1443037"/>
            <a:ext cx="1076325" cy="1000125"/>
            <a:chOff x="4948237" y="1443037"/>
            <a:chExt cx="1076325" cy="1000125"/>
          </a:xfrm>
        </p:grpSpPr>
        <p:sp>
          <p:nvSpPr>
            <p:cNvPr id="16" name="object 16" descr=""/>
            <p:cNvSpPr/>
            <p:nvPr/>
          </p:nvSpPr>
          <p:spPr>
            <a:xfrm>
              <a:off x="4953000" y="1447800"/>
              <a:ext cx="1066800" cy="990600"/>
            </a:xfrm>
            <a:custGeom>
              <a:avLst/>
              <a:gdLst/>
              <a:ahLst/>
              <a:cxnLst/>
              <a:rect l="l" t="t" r="r" b="b"/>
              <a:pathLst>
                <a:path w="1066800" h="990600">
                  <a:moveTo>
                    <a:pt x="533400" y="0"/>
                  </a:moveTo>
                  <a:lnTo>
                    <a:pt x="484842" y="2024"/>
                  </a:lnTo>
                  <a:lnTo>
                    <a:pt x="437507" y="7979"/>
                  </a:lnTo>
                  <a:lnTo>
                    <a:pt x="391583" y="17691"/>
                  </a:lnTo>
                  <a:lnTo>
                    <a:pt x="347258" y="30985"/>
                  </a:lnTo>
                  <a:lnTo>
                    <a:pt x="304721" y="47687"/>
                  </a:lnTo>
                  <a:lnTo>
                    <a:pt x="264159" y="67620"/>
                  </a:lnTo>
                  <a:lnTo>
                    <a:pt x="225762" y="90611"/>
                  </a:lnTo>
                  <a:lnTo>
                    <a:pt x="189716" y="116484"/>
                  </a:lnTo>
                  <a:lnTo>
                    <a:pt x="156209" y="145065"/>
                  </a:lnTo>
                  <a:lnTo>
                    <a:pt x="125432" y="176179"/>
                  </a:lnTo>
                  <a:lnTo>
                    <a:pt x="97570" y="209652"/>
                  </a:lnTo>
                  <a:lnTo>
                    <a:pt x="72813" y="245307"/>
                  </a:lnTo>
                  <a:lnTo>
                    <a:pt x="51348" y="282971"/>
                  </a:lnTo>
                  <a:lnTo>
                    <a:pt x="33364" y="322469"/>
                  </a:lnTo>
                  <a:lnTo>
                    <a:pt x="19050" y="363625"/>
                  </a:lnTo>
                  <a:lnTo>
                    <a:pt x="8592" y="406266"/>
                  </a:lnTo>
                  <a:lnTo>
                    <a:pt x="2179" y="450215"/>
                  </a:lnTo>
                  <a:lnTo>
                    <a:pt x="0" y="495300"/>
                  </a:lnTo>
                  <a:lnTo>
                    <a:pt x="2179" y="540384"/>
                  </a:lnTo>
                  <a:lnTo>
                    <a:pt x="8592" y="584333"/>
                  </a:lnTo>
                  <a:lnTo>
                    <a:pt x="19050" y="626974"/>
                  </a:lnTo>
                  <a:lnTo>
                    <a:pt x="33364" y="668130"/>
                  </a:lnTo>
                  <a:lnTo>
                    <a:pt x="51348" y="707628"/>
                  </a:lnTo>
                  <a:lnTo>
                    <a:pt x="72813" y="745292"/>
                  </a:lnTo>
                  <a:lnTo>
                    <a:pt x="97570" y="780947"/>
                  </a:lnTo>
                  <a:lnTo>
                    <a:pt x="125432" y="814420"/>
                  </a:lnTo>
                  <a:lnTo>
                    <a:pt x="156210" y="845534"/>
                  </a:lnTo>
                  <a:lnTo>
                    <a:pt x="189716" y="874115"/>
                  </a:lnTo>
                  <a:lnTo>
                    <a:pt x="225762" y="899988"/>
                  </a:lnTo>
                  <a:lnTo>
                    <a:pt x="264160" y="922979"/>
                  </a:lnTo>
                  <a:lnTo>
                    <a:pt x="304721" y="942912"/>
                  </a:lnTo>
                  <a:lnTo>
                    <a:pt x="347258" y="959614"/>
                  </a:lnTo>
                  <a:lnTo>
                    <a:pt x="391583" y="972908"/>
                  </a:lnTo>
                  <a:lnTo>
                    <a:pt x="437507" y="982620"/>
                  </a:lnTo>
                  <a:lnTo>
                    <a:pt x="484842" y="988575"/>
                  </a:lnTo>
                  <a:lnTo>
                    <a:pt x="533400" y="990600"/>
                  </a:lnTo>
                  <a:lnTo>
                    <a:pt x="581957" y="988575"/>
                  </a:lnTo>
                  <a:lnTo>
                    <a:pt x="629292" y="982620"/>
                  </a:lnTo>
                  <a:lnTo>
                    <a:pt x="675216" y="972908"/>
                  </a:lnTo>
                  <a:lnTo>
                    <a:pt x="719541" y="959614"/>
                  </a:lnTo>
                  <a:lnTo>
                    <a:pt x="762078" y="942912"/>
                  </a:lnTo>
                  <a:lnTo>
                    <a:pt x="802640" y="922979"/>
                  </a:lnTo>
                  <a:lnTo>
                    <a:pt x="841037" y="899988"/>
                  </a:lnTo>
                  <a:lnTo>
                    <a:pt x="877083" y="874115"/>
                  </a:lnTo>
                  <a:lnTo>
                    <a:pt x="910590" y="845534"/>
                  </a:lnTo>
                  <a:lnTo>
                    <a:pt x="941367" y="814420"/>
                  </a:lnTo>
                  <a:lnTo>
                    <a:pt x="969229" y="780947"/>
                  </a:lnTo>
                  <a:lnTo>
                    <a:pt x="993986" y="745292"/>
                  </a:lnTo>
                  <a:lnTo>
                    <a:pt x="1015451" y="707628"/>
                  </a:lnTo>
                  <a:lnTo>
                    <a:pt x="1033435" y="668130"/>
                  </a:lnTo>
                  <a:lnTo>
                    <a:pt x="1047750" y="626974"/>
                  </a:lnTo>
                  <a:lnTo>
                    <a:pt x="1058207" y="584333"/>
                  </a:lnTo>
                  <a:lnTo>
                    <a:pt x="1064620" y="540384"/>
                  </a:lnTo>
                  <a:lnTo>
                    <a:pt x="1066800" y="495300"/>
                  </a:lnTo>
                  <a:lnTo>
                    <a:pt x="1064620" y="450215"/>
                  </a:lnTo>
                  <a:lnTo>
                    <a:pt x="1058207" y="406266"/>
                  </a:lnTo>
                  <a:lnTo>
                    <a:pt x="1047749" y="363625"/>
                  </a:lnTo>
                  <a:lnTo>
                    <a:pt x="1033435" y="322469"/>
                  </a:lnTo>
                  <a:lnTo>
                    <a:pt x="1015451" y="282971"/>
                  </a:lnTo>
                  <a:lnTo>
                    <a:pt x="993986" y="245307"/>
                  </a:lnTo>
                  <a:lnTo>
                    <a:pt x="969229" y="209652"/>
                  </a:lnTo>
                  <a:lnTo>
                    <a:pt x="941367" y="176179"/>
                  </a:lnTo>
                  <a:lnTo>
                    <a:pt x="910589" y="145065"/>
                  </a:lnTo>
                  <a:lnTo>
                    <a:pt x="877083" y="116484"/>
                  </a:lnTo>
                  <a:lnTo>
                    <a:pt x="841037" y="90611"/>
                  </a:lnTo>
                  <a:lnTo>
                    <a:pt x="802639" y="67620"/>
                  </a:lnTo>
                  <a:lnTo>
                    <a:pt x="762078" y="47687"/>
                  </a:lnTo>
                  <a:lnTo>
                    <a:pt x="719541" y="30985"/>
                  </a:lnTo>
                  <a:lnTo>
                    <a:pt x="675216" y="17691"/>
                  </a:lnTo>
                  <a:lnTo>
                    <a:pt x="629292" y="7979"/>
                  </a:lnTo>
                  <a:lnTo>
                    <a:pt x="581957" y="2024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53000" y="1447800"/>
              <a:ext cx="1066800" cy="990600"/>
            </a:xfrm>
            <a:custGeom>
              <a:avLst/>
              <a:gdLst/>
              <a:ahLst/>
              <a:cxnLst/>
              <a:rect l="l" t="t" r="r" b="b"/>
              <a:pathLst>
                <a:path w="1066800" h="990600">
                  <a:moveTo>
                    <a:pt x="0" y="495300"/>
                  </a:moveTo>
                  <a:lnTo>
                    <a:pt x="2179" y="450215"/>
                  </a:lnTo>
                  <a:lnTo>
                    <a:pt x="8592" y="406266"/>
                  </a:lnTo>
                  <a:lnTo>
                    <a:pt x="19050" y="363625"/>
                  </a:lnTo>
                  <a:lnTo>
                    <a:pt x="33364" y="322469"/>
                  </a:lnTo>
                  <a:lnTo>
                    <a:pt x="51348" y="282971"/>
                  </a:lnTo>
                  <a:lnTo>
                    <a:pt x="72813" y="245307"/>
                  </a:lnTo>
                  <a:lnTo>
                    <a:pt x="97570" y="209652"/>
                  </a:lnTo>
                  <a:lnTo>
                    <a:pt x="125432" y="176179"/>
                  </a:lnTo>
                  <a:lnTo>
                    <a:pt x="156209" y="145065"/>
                  </a:lnTo>
                  <a:lnTo>
                    <a:pt x="189716" y="116484"/>
                  </a:lnTo>
                  <a:lnTo>
                    <a:pt x="225762" y="90611"/>
                  </a:lnTo>
                  <a:lnTo>
                    <a:pt x="264159" y="67620"/>
                  </a:lnTo>
                  <a:lnTo>
                    <a:pt x="304721" y="47687"/>
                  </a:lnTo>
                  <a:lnTo>
                    <a:pt x="347258" y="30985"/>
                  </a:lnTo>
                  <a:lnTo>
                    <a:pt x="391583" y="17691"/>
                  </a:lnTo>
                  <a:lnTo>
                    <a:pt x="437507" y="7979"/>
                  </a:lnTo>
                  <a:lnTo>
                    <a:pt x="484842" y="2024"/>
                  </a:lnTo>
                  <a:lnTo>
                    <a:pt x="533400" y="0"/>
                  </a:lnTo>
                  <a:lnTo>
                    <a:pt x="581957" y="2024"/>
                  </a:lnTo>
                  <a:lnTo>
                    <a:pt x="629292" y="7979"/>
                  </a:lnTo>
                  <a:lnTo>
                    <a:pt x="675216" y="17691"/>
                  </a:lnTo>
                  <a:lnTo>
                    <a:pt x="719541" y="30985"/>
                  </a:lnTo>
                  <a:lnTo>
                    <a:pt x="762078" y="47687"/>
                  </a:lnTo>
                  <a:lnTo>
                    <a:pt x="802639" y="67620"/>
                  </a:lnTo>
                  <a:lnTo>
                    <a:pt x="841037" y="90611"/>
                  </a:lnTo>
                  <a:lnTo>
                    <a:pt x="877083" y="116484"/>
                  </a:lnTo>
                  <a:lnTo>
                    <a:pt x="910589" y="145065"/>
                  </a:lnTo>
                  <a:lnTo>
                    <a:pt x="941367" y="176179"/>
                  </a:lnTo>
                  <a:lnTo>
                    <a:pt x="969229" y="209652"/>
                  </a:lnTo>
                  <a:lnTo>
                    <a:pt x="993986" y="245307"/>
                  </a:lnTo>
                  <a:lnTo>
                    <a:pt x="1015451" y="282971"/>
                  </a:lnTo>
                  <a:lnTo>
                    <a:pt x="1033435" y="322469"/>
                  </a:lnTo>
                  <a:lnTo>
                    <a:pt x="1047749" y="363625"/>
                  </a:lnTo>
                  <a:lnTo>
                    <a:pt x="1058207" y="406266"/>
                  </a:lnTo>
                  <a:lnTo>
                    <a:pt x="1064620" y="450215"/>
                  </a:lnTo>
                  <a:lnTo>
                    <a:pt x="1066800" y="495300"/>
                  </a:lnTo>
                  <a:lnTo>
                    <a:pt x="1064620" y="540384"/>
                  </a:lnTo>
                  <a:lnTo>
                    <a:pt x="1058207" y="584333"/>
                  </a:lnTo>
                  <a:lnTo>
                    <a:pt x="1047750" y="626974"/>
                  </a:lnTo>
                  <a:lnTo>
                    <a:pt x="1033435" y="668130"/>
                  </a:lnTo>
                  <a:lnTo>
                    <a:pt x="1015451" y="707628"/>
                  </a:lnTo>
                  <a:lnTo>
                    <a:pt x="993986" y="745292"/>
                  </a:lnTo>
                  <a:lnTo>
                    <a:pt x="969229" y="780947"/>
                  </a:lnTo>
                  <a:lnTo>
                    <a:pt x="941367" y="814420"/>
                  </a:lnTo>
                  <a:lnTo>
                    <a:pt x="910590" y="845534"/>
                  </a:lnTo>
                  <a:lnTo>
                    <a:pt x="877083" y="874115"/>
                  </a:lnTo>
                  <a:lnTo>
                    <a:pt x="841037" y="899988"/>
                  </a:lnTo>
                  <a:lnTo>
                    <a:pt x="802640" y="922979"/>
                  </a:lnTo>
                  <a:lnTo>
                    <a:pt x="762078" y="942912"/>
                  </a:lnTo>
                  <a:lnTo>
                    <a:pt x="719541" y="959614"/>
                  </a:lnTo>
                  <a:lnTo>
                    <a:pt x="675216" y="972908"/>
                  </a:lnTo>
                  <a:lnTo>
                    <a:pt x="629292" y="982620"/>
                  </a:lnTo>
                  <a:lnTo>
                    <a:pt x="581957" y="988575"/>
                  </a:lnTo>
                  <a:lnTo>
                    <a:pt x="533400" y="990600"/>
                  </a:lnTo>
                  <a:lnTo>
                    <a:pt x="484842" y="988575"/>
                  </a:lnTo>
                  <a:lnTo>
                    <a:pt x="437507" y="982620"/>
                  </a:lnTo>
                  <a:lnTo>
                    <a:pt x="391583" y="972908"/>
                  </a:lnTo>
                  <a:lnTo>
                    <a:pt x="347258" y="959614"/>
                  </a:lnTo>
                  <a:lnTo>
                    <a:pt x="304721" y="942912"/>
                  </a:lnTo>
                  <a:lnTo>
                    <a:pt x="264160" y="922979"/>
                  </a:lnTo>
                  <a:lnTo>
                    <a:pt x="225762" y="899988"/>
                  </a:lnTo>
                  <a:lnTo>
                    <a:pt x="189716" y="874115"/>
                  </a:lnTo>
                  <a:lnTo>
                    <a:pt x="156210" y="845534"/>
                  </a:lnTo>
                  <a:lnTo>
                    <a:pt x="125432" y="814420"/>
                  </a:lnTo>
                  <a:lnTo>
                    <a:pt x="97570" y="780947"/>
                  </a:lnTo>
                  <a:lnTo>
                    <a:pt x="72813" y="745292"/>
                  </a:lnTo>
                  <a:lnTo>
                    <a:pt x="51348" y="707628"/>
                  </a:lnTo>
                  <a:lnTo>
                    <a:pt x="33364" y="668130"/>
                  </a:lnTo>
                  <a:lnTo>
                    <a:pt x="19050" y="626974"/>
                  </a:lnTo>
                  <a:lnTo>
                    <a:pt x="8592" y="584333"/>
                  </a:lnTo>
                  <a:lnTo>
                    <a:pt x="2179" y="540384"/>
                  </a:lnTo>
                  <a:lnTo>
                    <a:pt x="0" y="4953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133213" y="1604518"/>
            <a:ext cx="70866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381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Dikirim Melalui medium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562153" y="1386649"/>
            <a:ext cx="1228725" cy="1152525"/>
            <a:chOff x="6562153" y="1386649"/>
            <a:chExt cx="1228725" cy="1152525"/>
          </a:xfrm>
        </p:grpSpPr>
        <p:sp>
          <p:nvSpPr>
            <p:cNvPr id="20" name="object 20" descr=""/>
            <p:cNvSpPr/>
            <p:nvPr/>
          </p:nvSpPr>
          <p:spPr>
            <a:xfrm>
              <a:off x="6566916" y="1391411"/>
              <a:ext cx="1219200" cy="1143000"/>
            </a:xfrm>
            <a:custGeom>
              <a:avLst/>
              <a:gdLst/>
              <a:ahLst/>
              <a:cxnLst/>
              <a:rect l="l" t="t" r="r" b="b"/>
              <a:pathLst>
                <a:path w="1219200" h="1143000">
                  <a:moveTo>
                    <a:pt x="609600" y="0"/>
                  </a:moveTo>
                  <a:lnTo>
                    <a:pt x="559602" y="1894"/>
                  </a:lnTo>
                  <a:lnTo>
                    <a:pt x="510718" y="7480"/>
                  </a:lnTo>
                  <a:lnTo>
                    <a:pt x="463104" y="16611"/>
                  </a:lnTo>
                  <a:lnTo>
                    <a:pt x="416917" y="29138"/>
                  </a:lnTo>
                  <a:lnTo>
                    <a:pt x="372314" y="44916"/>
                  </a:lnTo>
                  <a:lnTo>
                    <a:pt x="329451" y="63796"/>
                  </a:lnTo>
                  <a:lnTo>
                    <a:pt x="288486" y="85632"/>
                  </a:lnTo>
                  <a:lnTo>
                    <a:pt x="249576" y="110276"/>
                  </a:lnTo>
                  <a:lnTo>
                    <a:pt x="212877" y="137582"/>
                  </a:lnTo>
                  <a:lnTo>
                    <a:pt x="178546" y="167401"/>
                  </a:lnTo>
                  <a:lnTo>
                    <a:pt x="146740" y="199588"/>
                  </a:lnTo>
                  <a:lnTo>
                    <a:pt x="117616" y="233994"/>
                  </a:lnTo>
                  <a:lnTo>
                    <a:pt x="91331" y="270474"/>
                  </a:lnTo>
                  <a:lnTo>
                    <a:pt x="68041" y="308878"/>
                  </a:lnTo>
                  <a:lnTo>
                    <a:pt x="47904" y="349061"/>
                  </a:lnTo>
                  <a:lnTo>
                    <a:pt x="31077" y="390875"/>
                  </a:lnTo>
                  <a:lnTo>
                    <a:pt x="17716" y="434173"/>
                  </a:lnTo>
                  <a:lnTo>
                    <a:pt x="7978" y="478808"/>
                  </a:lnTo>
                  <a:lnTo>
                    <a:pt x="2020" y="524632"/>
                  </a:lnTo>
                  <a:lnTo>
                    <a:pt x="0" y="571500"/>
                  </a:lnTo>
                  <a:lnTo>
                    <a:pt x="2020" y="618367"/>
                  </a:lnTo>
                  <a:lnTo>
                    <a:pt x="7978" y="664191"/>
                  </a:lnTo>
                  <a:lnTo>
                    <a:pt x="17716" y="708826"/>
                  </a:lnTo>
                  <a:lnTo>
                    <a:pt x="31077" y="752124"/>
                  </a:lnTo>
                  <a:lnTo>
                    <a:pt x="47904" y="793938"/>
                  </a:lnTo>
                  <a:lnTo>
                    <a:pt x="68041" y="834121"/>
                  </a:lnTo>
                  <a:lnTo>
                    <a:pt x="91331" y="872525"/>
                  </a:lnTo>
                  <a:lnTo>
                    <a:pt x="117616" y="909005"/>
                  </a:lnTo>
                  <a:lnTo>
                    <a:pt x="146740" y="943411"/>
                  </a:lnTo>
                  <a:lnTo>
                    <a:pt x="178546" y="975598"/>
                  </a:lnTo>
                  <a:lnTo>
                    <a:pt x="212877" y="1005417"/>
                  </a:lnTo>
                  <a:lnTo>
                    <a:pt x="249576" y="1032723"/>
                  </a:lnTo>
                  <a:lnTo>
                    <a:pt x="288486" y="1057367"/>
                  </a:lnTo>
                  <a:lnTo>
                    <a:pt x="329451" y="1079203"/>
                  </a:lnTo>
                  <a:lnTo>
                    <a:pt x="372314" y="1098083"/>
                  </a:lnTo>
                  <a:lnTo>
                    <a:pt x="416917" y="1113861"/>
                  </a:lnTo>
                  <a:lnTo>
                    <a:pt x="463104" y="1126388"/>
                  </a:lnTo>
                  <a:lnTo>
                    <a:pt x="510718" y="1135519"/>
                  </a:lnTo>
                  <a:lnTo>
                    <a:pt x="559602" y="1141105"/>
                  </a:lnTo>
                  <a:lnTo>
                    <a:pt x="609600" y="1143000"/>
                  </a:lnTo>
                  <a:lnTo>
                    <a:pt x="659597" y="1141105"/>
                  </a:lnTo>
                  <a:lnTo>
                    <a:pt x="708481" y="1135519"/>
                  </a:lnTo>
                  <a:lnTo>
                    <a:pt x="756095" y="1126388"/>
                  </a:lnTo>
                  <a:lnTo>
                    <a:pt x="802282" y="1113861"/>
                  </a:lnTo>
                  <a:lnTo>
                    <a:pt x="846885" y="1098083"/>
                  </a:lnTo>
                  <a:lnTo>
                    <a:pt x="889748" y="1079203"/>
                  </a:lnTo>
                  <a:lnTo>
                    <a:pt x="930713" y="1057367"/>
                  </a:lnTo>
                  <a:lnTo>
                    <a:pt x="969623" y="1032723"/>
                  </a:lnTo>
                  <a:lnTo>
                    <a:pt x="1006322" y="1005417"/>
                  </a:lnTo>
                  <a:lnTo>
                    <a:pt x="1040653" y="975598"/>
                  </a:lnTo>
                  <a:lnTo>
                    <a:pt x="1072459" y="943411"/>
                  </a:lnTo>
                  <a:lnTo>
                    <a:pt x="1101583" y="909005"/>
                  </a:lnTo>
                  <a:lnTo>
                    <a:pt x="1127868" y="872525"/>
                  </a:lnTo>
                  <a:lnTo>
                    <a:pt x="1151158" y="834121"/>
                  </a:lnTo>
                  <a:lnTo>
                    <a:pt x="1171295" y="793938"/>
                  </a:lnTo>
                  <a:lnTo>
                    <a:pt x="1188122" y="752124"/>
                  </a:lnTo>
                  <a:lnTo>
                    <a:pt x="1201483" y="708826"/>
                  </a:lnTo>
                  <a:lnTo>
                    <a:pt x="1211221" y="664191"/>
                  </a:lnTo>
                  <a:lnTo>
                    <a:pt x="1217179" y="618367"/>
                  </a:lnTo>
                  <a:lnTo>
                    <a:pt x="1219200" y="571500"/>
                  </a:lnTo>
                  <a:lnTo>
                    <a:pt x="1217179" y="524632"/>
                  </a:lnTo>
                  <a:lnTo>
                    <a:pt x="1211221" y="478808"/>
                  </a:lnTo>
                  <a:lnTo>
                    <a:pt x="1201483" y="434173"/>
                  </a:lnTo>
                  <a:lnTo>
                    <a:pt x="1188122" y="390875"/>
                  </a:lnTo>
                  <a:lnTo>
                    <a:pt x="1171295" y="349061"/>
                  </a:lnTo>
                  <a:lnTo>
                    <a:pt x="1151158" y="308878"/>
                  </a:lnTo>
                  <a:lnTo>
                    <a:pt x="1127868" y="270474"/>
                  </a:lnTo>
                  <a:lnTo>
                    <a:pt x="1101583" y="233994"/>
                  </a:lnTo>
                  <a:lnTo>
                    <a:pt x="1072459" y="199588"/>
                  </a:lnTo>
                  <a:lnTo>
                    <a:pt x="1040653" y="167401"/>
                  </a:lnTo>
                  <a:lnTo>
                    <a:pt x="1006322" y="137582"/>
                  </a:lnTo>
                  <a:lnTo>
                    <a:pt x="969623" y="110276"/>
                  </a:lnTo>
                  <a:lnTo>
                    <a:pt x="930713" y="85632"/>
                  </a:lnTo>
                  <a:lnTo>
                    <a:pt x="889748" y="63796"/>
                  </a:lnTo>
                  <a:lnTo>
                    <a:pt x="846885" y="44916"/>
                  </a:lnTo>
                  <a:lnTo>
                    <a:pt x="802282" y="29138"/>
                  </a:lnTo>
                  <a:lnTo>
                    <a:pt x="756095" y="16611"/>
                  </a:lnTo>
                  <a:lnTo>
                    <a:pt x="708481" y="7480"/>
                  </a:lnTo>
                  <a:lnTo>
                    <a:pt x="659597" y="189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566916" y="1391411"/>
              <a:ext cx="1219200" cy="1143000"/>
            </a:xfrm>
            <a:custGeom>
              <a:avLst/>
              <a:gdLst/>
              <a:ahLst/>
              <a:cxnLst/>
              <a:rect l="l" t="t" r="r" b="b"/>
              <a:pathLst>
                <a:path w="1219200" h="1143000">
                  <a:moveTo>
                    <a:pt x="0" y="571500"/>
                  </a:moveTo>
                  <a:lnTo>
                    <a:pt x="2020" y="524632"/>
                  </a:lnTo>
                  <a:lnTo>
                    <a:pt x="7978" y="478808"/>
                  </a:lnTo>
                  <a:lnTo>
                    <a:pt x="17716" y="434173"/>
                  </a:lnTo>
                  <a:lnTo>
                    <a:pt x="31077" y="390875"/>
                  </a:lnTo>
                  <a:lnTo>
                    <a:pt x="47904" y="349061"/>
                  </a:lnTo>
                  <a:lnTo>
                    <a:pt x="68041" y="308878"/>
                  </a:lnTo>
                  <a:lnTo>
                    <a:pt x="91331" y="270474"/>
                  </a:lnTo>
                  <a:lnTo>
                    <a:pt x="117616" y="233994"/>
                  </a:lnTo>
                  <a:lnTo>
                    <a:pt x="146740" y="199588"/>
                  </a:lnTo>
                  <a:lnTo>
                    <a:pt x="178546" y="167401"/>
                  </a:lnTo>
                  <a:lnTo>
                    <a:pt x="212877" y="137582"/>
                  </a:lnTo>
                  <a:lnTo>
                    <a:pt x="249576" y="110276"/>
                  </a:lnTo>
                  <a:lnTo>
                    <a:pt x="288486" y="85632"/>
                  </a:lnTo>
                  <a:lnTo>
                    <a:pt x="329451" y="63796"/>
                  </a:lnTo>
                  <a:lnTo>
                    <a:pt x="372314" y="44916"/>
                  </a:lnTo>
                  <a:lnTo>
                    <a:pt x="416917" y="29138"/>
                  </a:lnTo>
                  <a:lnTo>
                    <a:pt x="463104" y="16611"/>
                  </a:lnTo>
                  <a:lnTo>
                    <a:pt x="510718" y="7480"/>
                  </a:lnTo>
                  <a:lnTo>
                    <a:pt x="559602" y="1894"/>
                  </a:lnTo>
                  <a:lnTo>
                    <a:pt x="609600" y="0"/>
                  </a:lnTo>
                  <a:lnTo>
                    <a:pt x="659597" y="1894"/>
                  </a:lnTo>
                  <a:lnTo>
                    <a:pt x="708481" y="7480"/>
                  </a:lnTo>
                  <a:lnTo>
                    <a:pt x="756095" y="16611"/>
                  </a:lnTo>
                  <a:lnTo>
                    <a:pt x="802282" y="29138"/>
                  </a:lnTo>
                  <a:lnTo>
                    <a:pt x="846885" y="44916"/>
                  </a:lnTo>
                  <a:lnTo>
                    <a:pt x="889748" y="63796"/>
                  </a:lnTo>
                  <a:lnTo>
                    <a:pt x="930713" y="85632"/>
                  </a:lnTo>
                  <a:lnTo>
                    <a:pt x="969623" y="110276"/>
                  </a:lnTo>
                  <a:lnTo>
                    <a:pt x="1006322" y="137582"/>
                  </a:lnTo>
                  <a:lnTo>
                    <a:pt x="1040653" y="167401"/>
                  </a:lnTo>
                  <a:lnTo>
                    <a:pt x="1072459" y="199588"/>
                  </a:lnTo>
                  <a:lnTo>
                    <a:pt x="1101583" y="233994"/>
                  </a:lnTo>
                  <a:lnTo>
                    <a:pt x="1127868" y="270474"/>
                  </a:lnTo>
                  <a:lnTo>
                    <a:pt x="1151158" y="308878"/>
                  </a:lnTo>
                  <a:lnTo>
                    <a:pt x="1171295" y="349061"/>
                  </a:lnTo>
                  <a:lnTo>
                    <a:pt x="1188122" y="390875"/>
                  </a:lnTo>
                  <a:lnTo>
                    <a:pt x="1201483" y="434173"/>
                  </a:lnTo>
                  <a:lnTo>
                    <a:pt x="1211221" y="478808"/>
                  </a:lnTo>
                  <a:lnTo>
                    <a:pt x="1217179" y="524632"/>
                  </a:lnTo>
                  <a:lnTo>
                    <a:pt x="1219200" y="571500"/>
                  </a:lnTo>
                  <a:lnTo>
                    <a:pt x="1217179" y="618367"/>
                  </a:lnTo>
                  <a:lnTo>
                    <a:pt x="1211221" y="664191"/>
                  </a:lnTo>
                  <a:lnTo>
                    <a:pt x="1201483" y="708826"/>
                  </a:lnTo>
                  <a:lnTo>
                    <a:pt x="1188122" y="752124"/>
                  </a:lnTo>
                  <a:lnTo>
                    <a:pt x="1171295" y="793938"/>
                  </a:lnTo>
                  <a:lnTo>
                    <a:pt x="1151158" y="834121"/>
                  </a:lnTo>
                  <a:lnTo>
                    <a:pt x="1127868" y="872525"/>
                  </a:lnTo>
                  <a:lnTo>
                    <a:pt x="1101583" y="909005"/>
                  </a:lnTo>
                  <a:lnTo>
                    <a:pt x="1072459" y="943411"/>
                  </a:lnTo>
                  <a:lnTo>
                    <a:pt x="1040653" y="975598"/>
                  </a:lnTo>
                  <a:lnTo>
                    <a:pt x="1006322" y="1005417"/>
                  </a:lnTo>
                  <a:lnTo>
                    <a:pt x="969623" y="1032723"/>
                  </a:lnTo>
                  <a:lnTo>
                    <a:pt x="930713" y="1057367"/>
                  </a:lnTo>
                  <a:lnTo>
                    <a:pt x="889748" y="1079203"/>
                  </a:lnTo>
                  <a:lnTo>
                    <a:pt x="846885" y="1098083"/>
                  </a:lnTo>
                  <a:lnTo>
                    <a:pt x="802282" y="1113861"/>
                  </a:lnTo>
                  <a:lnTo>
                    <a:pt x="756095" y="1126388"/>
                  </a:lnTo>
                  <a:lnTo>
                    <a:pt x="708481" y="1135519"/>
                  </a:lnTo>
                  <a:lnTo>
                    <a:pt x="659597" y="1141105"/>
                  </a:lnTo>
                  <a:lnTo>
                    <a:pt x="609600" y="1143000"/>
                  </a:lnTo>
                  <a:lnTo>
                    <a:pt x="559602" y="1141105"/>
                  </a:lnTo>
                  <a:lnTo>
                    <a:pt x="510718" y="1135519"/>
                  </a:lnTo>
                  <a:lnTo>
                    <a:pt x="463104" y="1126388"/>
                  </a:lnTo>
                  <a:lnTo>
                    <a:pt x="416917" y="1113861"/>
                  </a:lnTo>
                  <a:lnTo>
                    <a:pt x="372314" y="1098083"/>
                  </a:lnTo>
                  <a:lnTo>
                    <a:pt x="329451" y="1079203"/>
                  </a:lnTo>
                  <a:lnTo>
                    <a:pt x="288486" y="1057367"/>
                  </a:lnTo>
                  <a:lnTo>
                    <a:pt x="249576" y="1032723"/>
                  </a:lnTo>
                  <a:lnTo>
                    <a:pt x="212877" y="1005417"/>
                  </a:lnTo>
                  <a:lnTo>
                    <a:pt x="178546" y="975598"/>
                  </a:lnTo>
                  <a:lnTo>
                    <a:pt x="146740" y="943411"/>
                  </a:lnTo>
                  <a:lnTo>
                    <a:pt x="117616" y="909005"/>
                  </a:lnTo>
                  <a:lnTo>
                    <a:pt x="91331" y="872525"/>
                  </a:lnTo>
                  <a:lnTo>
                    <a:pt x="68041" y="834121"/>
                  </a:lnTo>
                  <a:lnTo>
                    <a:pt x="47904" y="793938"/>
                  </a:lnTo>
                  <a:lnTo>
                    <a:pt x="31077" y="752124"/>
                  </a:lnTo>
                  <a:lnTo>
                    <a:pt x="17716" y="708826"/>
                  </a:lnTo>
                  <a:lnTo>
                    <a:pt x="7978" y="664191"/>
                  </a:lnTo>
                  <a:lnTo>
                    <a:pt x="2020" y="618367"/>
                  </a:lnTo>
                  <a:lnTo>
                    <a:pt x="0" y="5715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6590156" y="1623821"/>
            <a:ext cx="113411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-381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Penerima menguraikan </a:t>
            </a:r>
            <a:r>
              <a:rPr dirty="0" sz="1400" spc="-20" b="1">
                <a:latin typeface="Arial"/>
                <a:cs typeface="Arial"/>
              </a:rPr>
              <a:t>Kode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519237" y="4262437"/>
            <a:ext cx="1304925" cy="1224280"/>
            <a:chOff x="1519237" y="4262437"/>
            <a:chExt cx="1304925" cy="1224280"/>
          </a:xfrm>
        </p:grpSpPr>
        <p:sp>
          <p:nvSpPr>
            <p:cNvPr id="24" name="object 24" descr=""/>
            <p:cNvSpPr/>
            <p:nvPr/>
          </p:nvSpPr>
          <p:spPr>
            <a:xfrm>
              <a:off x="1524000" y="4267200"/>
              <a:ext cx="1295400" cy="1214755"/>
            </a:xfrm>
            <a:custGeom>
              <a:avLst/>
              <a:gdLst/>
              <a:ahLst/>
              <a:cxnLst/>
              <a:rect l="l" t="t" r="r" b="b"/>
              <a:pathLst>
                <a:path w="1295400" h="1214754">
                  <a:moveTo>
                    <a:pt x="647700" y="0"/>
                  </a:moveTo>
                  <a:lnTo>
                    <a:pt x="597076" y="1827"/>
                  </a:lnTo>
                  <a:lnTo>
                    <a:pt x="547520" y="7218"/>
                  </a:lnTo>
                  <a:lnTo>
                    <a:pt x="499174" y="16039"/>
                  </a:lnTo>
                  <a:lnTo>
                    <a:pt x="452182" y="28155"/>
                  </a:lnTo>
                  <a:lnTo>
                    <a:pt x="406689" y="43429"/>
                  </a:lnTo>
                  <a:lnTo>
                    <a:pt x="362838" y="61728"/>
                  </a:lnTo>
                  <a:lnTo>
                    <a:pt x="320773" y="82916"/>
                  </a:lnTo>
                  <a:lnTo>
                    <a:pt x="280638" y="106859"/>
                  </a:lnTo>
                  <a:lnTo>
                    <a:pt x="242578" y="133421"/>
                  </a:lnTo>
                  <a:lnTo>
                    <a:pt x="206735" y="162467"/>
                  </a:lnTo>
                  <a:lnTo>
                    <a:pt x="173254" y="193862"/>
                  </a:lnTo>
                  <a:lnTo>
                    <a:pt x="142278" y="227471"/>
                  </a:lnTo>
                  <a:lnTo>
                    <a:pt x="113952" y="263159"/>
                  </a:lnTo>
                  <a:lnTo>
                    <a:pt x="88420" y="300792"/>
                  </a:lnTo>
                  <a:lnTo>
                    <a:pt x="65825" y="340234"/>
                  </a:lnTo>
                  <a:lnTo>
                    <a:pt x="46311" y="381349"/>
                  </a:lnTo>
                  <a:lnTo>
                    <a:pt x="30023" y="424004"/>
                  </a:lnTo>
                  <a:lnTo>
                    <a:pt x="17103" y="468063"/>
                  </a:lnTo>
                  <a:lnTo>
                    <a:pt x="7697" y="513391"/>
                  </a:lnTo>
                  <a:lnTo>
                    <a:pt x="1948" y="559853"/>
                  </a:lnTo>
                  <a:lnTo>
                    <a:pt x="0" y="607313"/>
                  </a:lnTo>
                  <a:lnTo>
                    <a:pt x="1948" y="654774"/>
                  </a:lnTo>
                  <a:lnTo>
                    <a:pt x="7697" y="701236"/>
                  </a:lnTo>
                  <a:lnTo>
                    <a:pt x="17103" y="746564"/>
                  </a:lnTo>
                  <a:lnTo>
                    <a:pt x="30023" y="790623"/>
                  </a:lnTo>
                  <a:lnTo>
                    <a:pt x="46311" y="833278"/>
                  </a:lnTo>
                  <a:lnTo>
                    <a:pt x="65825" y="874393"/>
                  </a:lnTo>
                  <a:lnTo>
                    <a:pt x="88420" y="913835"/>
                  </a:lnTo>
                  <a:lnTo>
                    <a:pt x="113952" y="951468"/>
                  </a:lnTo>
                  <a:lnTo>
                    <a:pt x="142278" y="987156"/>
                  </a:lnTo>
                  <a:lnTo>
                    <a:pt x="173254" y="1020765"/>
                  </a:lnTo>
                  <a:lnTo>
                    <a:pt x="206735" y="1052160"/>
                  </a:lnTo>
                  <a:lnTo>
                    <a:pt x="242578" y="1081206"/>
                  </a:lnTo>
                  <a:lnTo>
                    <a:pt x="280638" y="1107768"/>
                  </a:lnTo>
                  <a:lnTo>
                    <a:pt x="320773" y="1131711"/>
                  </a:lnTo>
                  <a:lnTo>
                    <a:pt x="362838" y="1152899"/>
                  </a:lnTo>
                  <a:lnTo>
                    <a:pt x="406689" y="1171198"/>
                  </a:lnTo>
                  <a:lnTo>
                    <a:pt x="452182" y="1186472"/>
                  </a:lnTo>
                  <a:lnTo>
                    <a:pt x="499174" y="1198588"/>
                  </a:lnTo>
                  <a:lnTo>
                    <a:pt x="547520" y="1207409"/>
                  </a:lnTo>
                  <a:lnTo>
                    <a:pt x="597076" y="1212800"/>
                  </a:lnTo>
                  <a:lnTo>
                    <a:pt x="647700" y="1214628"/>
                  </a:lnTo>
                  <a:lnTo>
                    <a:pt x="698323" y="1212800"/>
                  </a:lnTo>
                  <a:lnTo>
                    <a:pt x="747879" y="1207409"/>
                  </a:lnTo>
                  <a:lnTo>
                    <a:pt x="796225" y="1198588"/>
                  </a:lnTo>
                  <a:lnTo>
                    <a:pt x="843217" y="1186472"/>
                  </a:lnTo>
                  <a:lnTo>
                    <a:pt x="888710" y="1171198"/>
                  </a:lnTo>
                  <a:lnTo>
                    <a:pt x="932561" y="1152899"/>
                  </a:lnTo>
                  <a:lnTo>
                    <a:pt x="974626" y="1131711"/>
                  </a:lnTo>
                  <a:lnTo>
                    <a:pt x="1014761" y="1107768"/>
                  </a:lnTo>
                  <a:lnTo>
                    <a:pt x="1052821" y="1081206"/>
                  </a:lnTo>
                  <a:lnTo>
                    <a:pt x="1088664" y="1052160"/>
                  </a:lnTo>
                  <a:lnTo>
                    <a:pt x="1122145" y="1020765"/>
                  </a:lnTo>
                  <a:lnTo>
                    <a:pt x="1153121" y="987156"/>
                  </a:lnTo>
                  <a:lnTo>
                    <a:pt x="1181447" y="951468"/>
                  </a:lnTo>
                  <a:lnTo>
                    <a:pt x="1206979" y="913835"/>
                  </a:lnTo>
                  <a:lnTo>
                    <a:pt x="1229574" y="874393"/>
                  </a:lnTo>
                  <a:lnTo>
                    <a:pt x="1249088" y="833278"/>
                  </a:lnTo>
                  <a:lnTo>
                    <a:pt x="1265376" y="790623"/>
                  </a:lnTo>
                  <a:lnTo>
                    <a:pt x="1278296" y="746564"/>
                  </a:lnTo>
                  <a:lnTo>
                    <a:pt x="1287702" y="701236"/>
                  </a:lnTo>
                  <a:lnTo>
                    <a:pt x="1293451" y="654774"/>
                  </a:lnTo>
                  <a:lnTo>
                    <a:pt x="1295400" y="607313"/>
                  </a:lnTo>
                  <a:lnTo>
                    <a:pt x="1293451" y="559853"/>
                  </a:lnTo>
                  <a:lnTo>
                    <a:pt x="1287702" y="513391"/>
                  </a:lnTo>
                  <a:lnTo>
                    <a:pt x="1278296" y="468063"/>
                  </a:lnTo>
                  <a:lnTo>
                    <a:pt x="1265376" y="424004"/>
                  </a:lnTo>
                  <a:lnTo>
                    <a:pt x="1249088" y="381349"/>
                  </a:lnTo>
                  <a:lnTo>
                    <a:pt x="1229574" y="340234"/>
                  </a:lnTo>
                  <a:lnTo>
                    <a:pt x="1206979" y="300792"/>
                  </a:lnTo>
                  <a:lnTo>
                    <a:pt x="1181447" y="263159"/>
                  </a:lnTo>
                  <a:lnTo>
                    <a:pt x="1153121" y="227471"/>
                  </a:lnTo>
                  <a:lnTo>
                    <a:pt x="1122145" y="193862"/>
                  </a:lnTo>
                  <a:lnTo>
                    <a:pt x="1088664" y="162467"/>
                  </a:lnTo>
                  <a:lnTo>
                    <a:pt x="1052821" y="133421"/>
                  </a:lnTo>
                  <a:lnTo>
                    <a:pt x="1014761" y="106859"/>
                  </a:lnTo>
                  <a:lnTo>
                    <a:pt x="974626" y="82916"/>
                  </a:lnTo>
                  <a:lnTo>
                    <a:pt x="932561" y="61728"/>
                  </a:lnTo>
                  <a:lnTo>
                    <a:pt x="888710" y="43429"/>
                  </a:lnTo>
                  <a:lnTo>
                    <a:pt x="843217" y="28155"/>
                  </a:lnTo>
                  <a:lnTo>
                    <a:pt x="796225" y="16039"/>
                  </a:lnTo>
                  <a:lnTo>
                    <a:pt x="747879" y="7218"/>
                  </a:lnTo>
                  <a:lnTo>
                    <a:pt x="698323" y="1827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524000" y="4267200"/>
              <a:ext cx="1295400" cy="1214755"/>
            </a:xfrm>
            <a:custGeom>
              <a:avLst/>
              <a:gdLst/>
              <a:ahLst/>
              <a:cxnLst/>
              <a:rect l="l" t="t" r="r" b="b"/>
              <a:pathLst>
                <a:path w="1295400" h="1214754">
                  <a:moveTo>
                    <a:pt x="0" y="607313"/>
                  </a:moveTo>
                  <a:lnTo>
                    <a:pt x="1948" y="559853"/>
                  </a:lnTo>
                  <a:lnTo>
                    <a:pt x="7697" y="513391"/>
                  </a:lnTo>
                  <a:lnTo>
                    <a:pt x="17103" y="468063"/>
                  </a:lnTo>
                  <a:lnTo>
                    <a:pt x="30023" y="424004"/>
                  </a:lnTo>
                  <a:lnTo>
                    <a:pt x="46311" y="381349"/>
                  </a:lnTo>
                  <a:lnTo>
                    <a:pt x="65825" y="340234"/>
                  </a:lnTo>
                  <a:lnTo>
                    <a:pt x="88420" y="300792"/>
                  </a:lnTo>
                  <a:lnTo>
                    <a:pt x="113952" y="263159"/>
                  </a:lnTo>
                  <a:lnTo>
                    <a:pt x="142278" y="227471"/>
                  </a:lnTo>
                  <a:lnTo>
                    <a:pt x="173254" y="193862"/>
                  </a:lnTo>
                  <a:lnTo>
                    <a:pt x="206735" y="162467"/>
                  </a:lnTo>
                  <a:lnTo>
                    <a:pt x="242578" y="133421"/>
                  </a:lnTo>
                  <a:lnTo>
                    <a:pt x="280638" y="106859"/>
                  </a:lnTo>
                  <a:lnTo>
                    <a:pt x="320773" y="82916"/>
                  </a:lnTo>
                  <a:lnTo>
                    <a:pt x="362838" y="61728"/>
                  </a:lnTo>
                  <a:lnTo>
                    <a:pt x="406689" y="43429"/>
                  </a:lnTo>
                  <a:lnTo>
                    <a:pt x="452182" y="28155"/>
                  </a:lnTo>
                  <a:lnTo>
                    <a:pt x="499174" y="16039"/>
                  </a:lnTo>
                  <a:lnTo>
                    <a:pt x="547520" y="7218"/>
                  </a:lnTo>
                  <a:lnTo>
                    <a:pt x="597076" y="1827"/>
                  </a:lnTo>
                  <a:lnTo>
                    <a:pt x="647700" y="0"/>
                  </a:lnTo>
                  <a:lnTo>
                    <a:pt x="698323" y="1827"/>
                  </a:lnTo>
                  <a:lnTo>
                    <a:pt x="747879" y="7218"/>
                  </a:lnTo>
                  <a:lnTo>
                    <a:pt x="796225" y="16039"/>
                  </a:lnTo>
                  <a:lnTo>
                    <a:pt x="843217" y="28155"/>
                  </a:lnTo>
                  <a:lnTo>
                    <a:pt x="888710" y="43429"/>
                  </a:lnTo>
                  <a:lnTo>
                    <a:pt x="932561" y="61728"/>
                  </a:lnTo>
                  <a:lnTo>
                    <a:pt x="974626" y="82916"/>
                  </a:lnTo>
                  <a:lnTo>
                    <a:pt x="1014761" y="106859"/>
                  </a:lnTo>
                  <a:lnTo>
                    <a:pt x="1052821" y="133421"/>
                  </a:lnTo>
                  <a:lnTo>
                    <a:pt x="1088664" y="162467"/>
                  </a:lnTo>
                  <a:lnTo>
                    <a:pt x="1122145" y="193862"/>
                  </a:lnTo>
                  <a:lnTo>
                    <a:pt x="1153121" y="227471"/>
                  </a:lnTo>
                  <a:lnTo>
                    <a:pt x="1181447" y="263159"/>
                  </a:lnTo>
                  <a:lnTo>
                    <a:pt x="1206979" y="300792"/>
                  </a:lnTo>
                  <a:lnTo>
                    <a:pt x="1229574" y="340234"/>
                  </a:lnTo>
                  <a:lnTo>
                    <a:pt x="1249088" y="381349"/>
                  </a:lnTo>
                  <a:lnTo>
                    <a:pt x="1265376" y="424004"/>
                  </a:lnTo>
                  <a:lnTo>
                    <a:pt x="1278296" y="468063"/>
                  </a:lnTo>
                  <a:lnTo>
                    <a:pt x="1287702" y="513391"/>
                  </a:lnTo>
                  <a:lnTo>
                    <a:pt x="1293451" y="559853"/>
                  </a:lnTo>
                  <a:lnTo>
                    <a:pt x="1295400" y="607313"/>
                  </a:lnTo>
                  <a:lnTo>
                    <a:pt x="1293451" y="654774"/>
                  </a:lnTo>
                  <a:lnTo>
                    <a:pt x="1287702" y="701236"/>
                  </a:lnTo>
                  <a:lnTo>
                    <a:pt x="1278296" y="746564"/>
                  </a:lnTo>
                  <a:lnTo>
                    <a:pt x="1265376" y="790623"/>
                  </a:lnTo>
                  <a:lnTo>
                    <a:pt x="1249088" y="833278"/>
                  </a:lnTo>
                  <a:lnTo>
                    <a:pt x="1229574" y="874393"/>
                  </a:lnTo>
                  <a:lnTo>
                    <a:pt x="1206979" y="913835"/>
                  </a:lnTo>
                  <a:lnTo>
                    <a:pt x="1181447" y="951468"/>
                  </a:lnTo>
                  <a:lnTo>
                    <a:pt x="1153121" y="987156"/>
                  </a:lnTo>
                  <a:lnTo>
                    <a:pt x="1122145" y="1020765"/>
                  </a:lnTo>
                  <a:lnTo>
                    <a:pt x="1088664" y="1052160"/>
                  </a:lnTo>
                  <a:lnTo>
                    <a:pt x="1052821" y="1081206"/>
                  </a:lnTo>
                  <a:lnTo>
                    <a:pt x="1014761" y="1107768"/>
                  </a:lnTo>
                  <a:lnTo>
                    <a:pt x="974626" y="1131711"/>
                  </a:lnTo>
                  <a:lnTo>
                    <a:pt x="932561" y="1152899"/>
                  </a:lnTo>
                  <a:lnTo>
                    <a:pt x="888710" y="1171198"/>
                  </a:lnTo>
                  <a:lnTo>
                    <a:pt x="843217" y="1186472"/>
                  </a:lnTo>
                  <a:lnTo>
                    <a:pt x="796225" y="1198588"/>
                  </a:lnTo>
                  <a:lnTo>
                    <a:pt x="747879" y="1207409"/>
                  </a:lnTo>
                  <a:lnTo>
                    <a:pt x="698323" y="1212800"/>
                  </a:lnTo>
                  <a:lnTo>
                    <a:pt x="647700" y="1214628"/>
                  </a:lnTo>
                  <a:lnTo>
                    <a:pt x="597076" y="1212800"/>
                  </a:lnTo>
                  <a:lnTo>
                    <a:pt x="547520" y="1207409"/>
                  </a:lnTo>
                  <a:lnTo>
                    <a:pt x="499174" y="1198588"/>
                  </a:lnTo>
                  <a:lnTo>
                    <a:pt x="452182" y="1186472"/>
                  </a:lnTo>
                  <a:lnTo>
                    <a:pt x="406689" y="1171198"/>
                  </a:lnTo>
                  <a:lnTo>
                    <a:pt x="362838" y="1152899"/>
                  </a:lnTo>
                  <a:lnTo>
                    <a:pt x="320773" y="1131711"/>
                  </a:lnTo>
                  <a:lnTo>
                    <a:pt x="280638" y="1107768"/>
                  </a:lnTo>
                  <a:lnTo>
                    <a:pt x="242578" y="1081206"/>
                  </a:lnTo>
                  <a:lnTo>
                    <a:pt x="206735" y="1052160"/>
                  </a:lnTo>
                  <a:lnTo>
                    <a:pt x="173254" y="1020765"/>
                  </a:lnTo>
                  <a:lnTo>
                    <a:pt x="142278" y="987156"/>
                  </a:lnTo>
                  <a:lnTo>
                    <a:pt x="113952" y="951468"/>
                  </a:lnTo>
                  <a:lnTo>
                    <a:pt x="88420" y="913835"/>
                  </a:lnTo>
                  <a:lnTo>
                    <a:pt x="65825" y="874393"/>
                  </a:lnTo>
                  <a:lnTo>
                    <a:pt x="46311" y="833278"/>
                  </a:lnTo>
                  <a:lnTo>
                    <a:pt x="30023" y="790623"/>
                  </a:lnTo>
                  <a:lnTo>
                    <a:pt x="17103" y="746564"/>
                  </a:lnTo>
                  <a:lnTo>
                    <a:pt x="7697" y="701236"/>
                  </a:lnTo>
                  <a:lnTo>
                    <a:pt x="1948" y="654774"/>
                  </a:lnTo>
                  <a:lnTo>
                    <a:pt x="0" y="60731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582927" y="4536440"/>
            <a:ext cx="1134745" cy="666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762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Sumber menguraikan </a:t>
            </a:r>
            <a:r>
              <a:rPr dirty="0" sz="1400" spc="-20" b="1">
                <a:latin typeface="Arial"/>
                <a:cs typeface="Arial"/>
              </a:rPr>
              <a:t>kode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3348037" y="4295965"/>
            <a:ext cx="1076325" cy="1000125"/>
            <a:chOff x="3348037" y="4295965"/>
            <a:chExt cx="1076325" cy="1000125"/>
          </a:xfrm>
        </p:grpSpPr>
        <p:sp>
          <p:nvSpPr>
            <p:cNvPr id="28" name="object 28" descr=""/>
            <p:cNvSpPr/>
            <p:nvPr/>
          </p:nvSpPr>
          <p:spPr>
            <a:xfrm>
              <a:off x="3352800" y="4300728"/>
              <a:ext cx="1066800" cy="990600"/>
            </a:xfrm>
            <a:custGeom>
              <a:avLst/>
              <a:gdLst/>
              <a:ahLst/>
              <a:cxnLst/>
              <a:rect l="l" t="t" r="r" b="b"/>
              <a:pathLst>
                <a:path w="1066800" h="990600">
                  <a:moveTo>
                    <a:pt x="533400" y="0"/>
                  </a:moveTo>
                  <a:lnTo>
                    <a:pt x="484842" y="2024"/>
                  </a:lnTo>
                  <a:lnTo>
                    <a:pt x="437507" y="7979"/>
                  </a:lnTo>
                  <a:lnTo>
                    <a:pt x="391583" y="17691"/>
                  </a:lnTo>
                  <a:lnTo>
                    <a:pt x="347258" y="30985"/>
                  </a:lnTo>
                  <a:lnTo>
                    <a:pt x="304721" y="47687"/>
                  </a:lnTo>
                  <a:lnTo>
                    <a:pt x="264159" y="67620"/>
                  </a:lnTo>
                  <a:lnTo>
                    <a:pt x="225762" y="90611"/>
                  </a:lnTo>
                  <a:lnTo>
                    <a:pt x="189716" y="116484"/>
                  </a:lnTo>
                  <a:lnTo>
                    <a:pt x="156209" y="145065"/>
                  </a:lnTo>
                  <a:lnTo>
                    <a:pt x="125432" y="176179"/>
                  </a:lnTo>
                  <a:lnTo>
                    <a:pt x="97570" y="209652"/>
                  </a:lnTo>
                  <a:lnTo>
                    <a:pt x="72813" y="245307"/>
                  </a:lnTo>
                  <a:lnTo>
                    <a:pt x="51348" y="282971"/>
                  </a:lnTo>
                  <a:lnTo>
                    <a:pt x="33364" y="322469"/>
                  </a:lnTo>
                  <a:lnTo>
                    <a:pt x="19050" y="363625"/>
                  </a:lnTo>
                  <a:lnTo>
                    <a:pt x="8592" y="406266"/>
                  </a:lnTo>
                  <a:lnTo>
                    <a:pt x="2179" y="450215"/>
                  </a:lnTo>
                  <a:lnTo>
                    <a:pt x="0" y="495300"/>
                  </a:lnTo>
                  <a:lnTo>
                    <a:pt x="2179" y="540384"/>
                  </a:lnTo>
                  <a:lnTo>
                    <a:pt x="8592" y="584333"/>
                  </a:lnTo>
                  <a:lnTo>
                    <a:pt x="19050" y="626974"/>
                  </a:lnTo>
                  <a:lnTo>
                    <a:pt x="33364" y="668130"/>
                  </a:lnTo>
                  <a:lnTo>
                    <a:pt x="51348" y="707628"/>
                  </a:lnTo>
                  <a:lnTo>
                    <a:pt x="72813" y="745292"/>
                  </a:lnTo>
                  <a:lnTo>
                    <a:pt x="97570" y="780947"/>
                  </a:lnTo>
                  <a:lnTo>
                    <a:pt x="125432" y="814420"/>
                  </a:lnTo>
                  <a:lnTo>
                    <a:pt x="156210" y="845534"/>
                  </a:lnTo>
                  <a:lnTo>
                    <a:pt x="189716" y="874115"/>
                  </a:lnTo>
                  <a:lnTo>
                    <a:pt x="225762" y="899988"/>
                  </a:lnTo>
                  <a:lnTo>
                    <a:pt x="264160" y="922979"/>
                  </a:lnTo>
                  <a:lnTo>
                    <a:pt x="304721" y="942912"/>
                  </a:lnTo>
                  <a:lnTo>
                    <a:pt x="347258" y="959614"/>
                  </a:lnTo>
                  <a:lnTo>
                    <a:pt x="391583" y="972908"/>
                  </a:lnTo>
                  <a:lnTo>
                    <a:pt x="437507" y="982620"/>
                  </a:lnTo>
                  <a:lnTo>
                    <a:pt x="484842" y="988575"/>
                  </a:lnTo>
                  <a:lnTo>
                    <a:pt x="533400" y="990600"/>
                  </a:lnTo>
                  <a:lnTo>
                    <a:pt x="581957" y="988575"/>
                  </a:lnTo>
                  <a:lnTo>
                    <a:pt x="629292" y="982620"/>
                  </a:lnTo>
                  <a:lnTo>
                    <a:pt x="675216" y="972908"/>
                  </a:lnTo>
                  <a:lnTo>
                    <a:pt x="719541" y="959614"/>
                  </a:lnTo>
                  <a:lnTo>
                    <a:pt x="762078" y="942912"/>
                  </a:lnTo>
                  <a:lnTo>
                    <a:pt x="802640" y="922979"/>
                  </a:lnTo>
                  <a:lnTo>
                    <a:pt x="841037" y="899988"/>
                  </a:lnTo>
                  <a:lnTo>
                    <a:pt x="877083" y="874115"/>
                  </a:lnTo>
                  <a:lnTo>
                    <a:pt x="910590" y="845534"/>
                  </a:lnTo>
                  <a:lnTo>
                    <a:pt x="941367" y="814420"/>
                  </a:lnTo>
                  <a:lnTo>
                    <a:pt x="969229" y="780947"/>
                  </a:lnTo>
                  <a:lnTo>
                    <a:pt x="993986" y="745292"/>
                  </a:lnTo>
                  <a:lnTo>
                    <a:pt x="1015451" y="707628"/>
                  </a:lnTo>
                  <a:lnTo>
                    <a:pt x="1033435" y="668130"/>
                  </a:lnTo>
                  <a:lnTo>
                    <a:pt x="1047750" y="626974"/>
                  </a:lnTo>
                  <a:lnTo>
                    <a:pt x="1058207" y="584333"/>
                  </a:lnTo>
                  <a:lnTo>
                    <a:pt x="1064620" y="540384"/>
                  </a:lnTo>
                  <a:lnTo>
                    <a:pt x="1066800" y="495300"/>
                  </a:lnTo>
                  <a:lnTo>
                    <a:pt x="1064620" y="450215"/>
                  </a:lnTo>
                  <a:lnTo>
                    <a:pt x="1058207" y="406266"/>
                  </a:lnTo>
                  <a:lnTo>
                    <a:pt x="1047749" y="363625"/>
                  </a:lnTo>
                  <a:lnTo>
                    <a:pt x="1033435" y="322469"/>
                  </a:lnTo>
                  <a:lnTo>
                    <a:pt x="1015451" y="282971"/>
                  </a:lnTo>
                  <a:lnTo>
                    <a:pt x="993986" y="245307"/>
                  </a:lnTo>
                  <a:lnTo>
                    <a:pt x="969229" y="209652"/>
                  </a:lnTo>
                  <a:lnTo>
                    <a:pt x="941367" y="176179"/>
                  </a:lnTo>
                  <a:lnTo>
                    <a:pt x="910589" y="145065"/>
                  </a:lnTo>
                  <a:lnTo>
                    <a:pt x="877083" y="116484"/>
                  </a:lnTo>
                  <a:lnTo>
                    <a:pt x="841037" y="90611"/>
                  </a:lnTo>
                  <a:lnTo>
                    <a:pt x="802639" y="67620"/>
                  </a:lnTo>
                  <a:lnTo>
                    <a:pt x="762078" y="47687"/>
                  </a:lnTo>
                  <a:lnTo>
                    <a:pt x="719541" y="30985"/>
                  </a:lnTo>
                  <a:lnTo>
                    <a:pt x="675216" y="17691"/>
                  </a:lnTo>
                  <a:lnTo>
                    <a:pt x="629292" y="7979"/>
                  </a:lnTo>
                  <a:lnTo>
                    <a:pt x="581957" y="2024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352800" y="4300728"/>
              <a:ext cx="1066800" cy="990600"/>
            </a:xfrm>
            <a:custGeom>
              <a:avLst/>
              <a:gdLst/>
              <a:ahLst/>
              <a:cxnLst/>
              <a:rect l="l" t="t" r="r" b="b"/>
              <a:pathLst>
                <a:path w="1066800" h="990600">
                  <a:moveTo>
                    <a:pt x="0" y="495300"/>
                  </a:moveTo>
                  <a:lnTo>
                    <a:pt x="2179" y="450215"/>
                  </a:lnTo>
                  <a:lnTo>
                    <a:pt x="8592" y="406266"/>
                  </a:lnTo>
                  <a:lnTo>
                    <a:pt x="19050" y="363625"/>
                  </a:lnTo>
                  <a:lnTo>
                    <a:pt x="33364" y="322469"/>
                  </a:lnTo>
                  <a:lnTo>
                    <a:pt x="51348" y="282971"/>
                  </a:lnTo>
                  <a:lnTo>
                    <a:pt x="72813" y="245307"/>
                  </a:lnTo>
                  <a:lnTo>
                    <a:pt x="97570" y="209652"/>
                  </a:lnTo>
                  <a:lnTo>
                    <a:pt x="125432" y="176179"/>
                  </a:lnTo>
                  <a:lnTo>
                    <a:pt x="156209" y="145065"/>
                  </a:lnTo>
                  <a:lnTo>
                    <a:pt x="189716" y="116484"/>
                  </a:lnTo>
                  <a:lnTo>
                    <a:pt x="225762" y="90611"/>
                  </a:lnTo>
                  <a:lnTo>
                    <a:pt x="264159" y="67620"/>
                  </a:lnTo>
                  <a:lnTo>
                    <a:pt x="304721" y="47687"/>
                  </a:lnTo>
                  <a:lnTo>
                    <a:pt x="347258" y="30985"/>
                  </a:lnTo>
                  <a:lnTo>
                    <a:pt x="391583" y="17691"/>
                  </a:lnTo>
                  <a:lnTo>
                    <a:pt x="437507" y="7979"/>
                  </a:lnTo>
                  <a:lnTo>
                    <a:pt x="484842" y="2024"/>
                  </a:lnTo>
                  <a:lnTo>
                    <a:pt x="533400" y="0"/>
                  </a:lnTo>
                  <a:lnTo>
                    <a:pt x="581957" y="2024"/>
                  </a:lnTo>
                  <a:lnTo>
                    <a:pt x="629292" y="7979"/>
                  </a:lnTo>
                  <a:lnTo>
                    <a:pt x="675216" y="17691"/>
                  </a:lnTo>
                  <a:lnTo>
                    <a:pt x="719541" y="30985"/>
                  </a:lnTo>
                  <a:lnTo>
                    <a:pt x="762078" y="47687"/>
                  </a:lnTo>
                  <a:lnTo>
                    <a:pt x="802639" y="67620"/>
                  </a:lnTo>
                  <a:lnTo>
                    <a:pt x="841037" y="90611"/>
                  </a:lnTo>
                  <a:lnTo>
                    <a:pt x="877083" y="116484"/>
                  </a:lnTo>
                  <a:lnTo>
                    <a:pt x="910589" y="145065"/>
                  </a:lnTo>
                  <a:lnTo>
                    <a:pt x="941367" y="176179"/>
                  </a:lnTo>
                  <a:lnTo>
                    <a:pt x="969229" y="209652"/>
                  </a:lnTo>
                  <a:lnTo>
                    <a:pt x="993986" y="245307"/>
                  </a:lnTo>
                  <a:lnTo>
                    <a:pt x="1015451" y="282971"/>
                  </a:lnTo>
                  <a:lnTo>
                    <a:pt x="1033435" y="322469"/>
                  </a:lnTo>
                  <a:lnTo>
                    <a:pt x="1047749" y="363625"/>
                  </a:lnTo>
                  <a:lnTo>
                    <a:pt x="1058207" y="406266"/>
                  </a:lnTo>
                  <a:lnTo>
                    <a:pt x="1064620" y="450215"/>
                  </a:lnTo>
                  <a:lnTo>
                    <a:pt x="1066800" y="495300"/>
                  </a:lnTo>
                  <a:lnTo>
                    <a:pt x="1064620" y="540384"/>
                  </a:lnTo>
                  <a:lnTo>
                    <a:pt x="1058207" y="584333"/>
                  </a:lnTo>
                  <a:lnTo>
                    <a:pt x="1047750" y="626974"/>
                  </a:lnTo>
                  <a:lnTo>
                    <a:pt x="1033435" y="668130"/>
                  </a:lnTo>
                  <a:lnTo>
                    <a:pt x="1015451" y="707628"/>
                  </a:lnTo>
                  <a:lnTo>
                    <a:pt x="993986" y="745292"/>
                  </a:lnTo>
                  <a:lnTo>
                    <a:pt x="969229" y="780947"/>
                  </a:lnTo>
                  <a:lnTo>
                    <a:pt x="941367" y="814420"/>
                  </a:lnTo>
                  <a:lnTo>
                    <a:pt x="910590" y="845534"/>
                  </a:lnTo>
                  <a:lnTo>
                    <a:pt x="877083" y="874115"/>
                  </a:lnTo>
                  <a:lnTo>
                    <a:pt x="841037" y="899988"/>
                  </a:lnTo>
                  <a:lnTo>
                    <a:pt x="802640" y="922979"/>
                  </a:lnTo>
                  <a:lnTo>
                    <a:pt x="762078" y="942912"/>
                  </a:lnTo>
                  <a:lnTo>
                    <a:pt x="719541" y="959614"/>
                  </a:lnTo>
                  <a:lnTo>
                    <a:pt x="675216" y="972908"/>
                  </a:lnTo>
                  <a:lnTo>
                    <a:pt x="629292" y="982620"/>
                  </a:lnTo>
                  <a:lnTo>
                    <a:pt x="581957" y="988575"/>
                  </a:lnTo>
                  <a:lnTo>
                    <a:pt x="533400" y="990600"/>
                  </a:lnTo>
                  <a:lnTo>
                    <a:pt x="484842" y="988575"/>
                  </a:lnTo>
                  <a:lnTo>
                    <a:pt x="437507" y="982620"/>
                  </a:lnTo>
                  <a:lnTo>
                    <a:pt x="391583" y="972908"/>
                  </a:lnTo>
                  <a:lnTo>
                    <a:pt x="347258" y="959614"/>
                  </a:lnTo>
                  <a:lnTo>
                    <a:pt x="304721" y="942912"/>
                  </a:lnTo>
                  <a:lnTo>
                    <a:pt x="264160" y="922979"/>
                  </a:lnTo>
                  <a:lnTo>
                    <a:pt x="225762" y="899988"/>
                  </a:lnTo>
                  <a:lnTo>
                    <a:pt x="189716" y="874115"/>
                  </a:lnTo>
                  <a:lnTo>
                    <a:pt x="156210" y="845534"/>
                  </a:lnTo>
                  <a:lnTo>
                    <a:pt x="125432" y="814420"/>
                  </a:lnTo>
                  <a:lnTo>
                    <a:pt x="97570" y="780947"/>
                  </a:lnTo>
                  <a:lnTo>
                    <a:pt x="72813" y="745292"/>
                  </a:lnTo>
                  <a:lnTo>
                    <a:pt x="51348" y="707628"/>
                  </a:lnTo>
                  <a:lnTo>
                    <a:pt x="33364" y="668130"/>
                  </a:lnTo>
                  <a:lnTo>
                    <a:pt x="19050" y="626974"/>
                  </a:lnTo>
                  <a:lnTo>
                    <a:pt x="8592" y="584333"/>
                  </a:lnTo>
                  <a:lnTo>
                    <a:pt x="2179" y="540384"/>
                  </a:lnTo>
                  <a:lnTo>
                    <a:pt x="0" y="4953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3532759" y="4457522"/>
            <a:ext cx="70802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381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Dikirim Melalui medium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024437" y="4262437"/>
            <a:ext cx="1076325" cy="1000125"/>
            <a:chOff x="5024437" y="4262437"/>
            <a:chExt cx="1076325" cy="1000125"/>
          </a:xfrm>
        </p:grpSpPr>
        <p:sp>
          <p:nvSpPr>
            <p:cNvPr id="32" name="object 32" descr=""/>
            <p:cNvSpPr/>
            <p:nvPr/>
          </p:nvSpPr>
          <p:spPr>
            <a:xfrm>
              <a:off x="5029200" y="4267200"/>
              <a:ext cx="1066800" cy="990600"/>
            </a:xfrm>
            <a:custGeom>
              <a:avLst/>
              <a:gdLst/>
              <a:ahLst/>
              <a:cxnLst/>
              <a:rect l="l" t="t" r="r" b="b"/>
              <a:pathLst>
                <a:path w="1066800" h="990600">
                  <a:moveTo>
                    <a:pt x="533400" y="0"/>
                  </a:moveTo>
                  <a:lnTo>
                    <a:pt x="484842" y="2024"/>
                  </a:lnTo>
                  <a:lnTo>
                    <a:pt x="437507" y="7979"/>
                  </a:lnTo>
                  <a:lnTo>
                    <a:pt x="391583" y="17691"/>
                  </a:lnTo>
                  <a:lnTo>
                    <a:pt x="347258" y="30985"/>
                  </a:lnTo>
                  <a:lnTo>
                    <a:pt x="304721" y="47687"/>
                  </a:lnTo>
                  <a:lnTo>
                    <a:pt x="264159" y="67620"/>
                  </a:lnTo>
                  <a:lnTo>
                    <a:pt x="225762" y="90611"/>
                  </a:lnTo>
                  <a:lnTo>
                    <a:pt x="189716" y="116484"/>
                  </a:lnTo>
                  <a:lnTo>
                    <a:pt x="156209" y="145065"/>
                  </a:lnTo>
                  <a:lnTo>
                    <a:pt x="125432" y="176179"/>
                  </a:lnTo>
                  <a:lnTo>
                    <a:pt x="97570" y="209652"/>
                  </a:lnTo>
                  <a:lnTo>
                    <a:pt x="72813" y="245307"/>
                  </a:lnTo>
                  <a:lnTo>
                    <a:pt x="51348" y="282971"/>
                  </a:lnTo>
                  <a:lnTo>
                    <a:pt x="33364" y="322469"/>
                  </a:lnTo>
                  <a:lnTo>
                    <a:pt x="19050" y="363625"/>
                  </a:lnTo>
                  <a:lnTo>
                    <a:pt x="8592" y="406266"/>
                  </a:lnTo>
                  <a:lnTo>
                    <a:pt x="2179" y="450215"/>
                  </a:lnTo>
                  <a:lnTo>
                    <a:pt x="0" y="495300"/>
                  </a:lnTo>
                  <a:lnTo>
                    <a:pt x="2179" y="540384"/>
                  </a:lnTo>
                  <a:lnTo>
                    <a:pt x="8592" y="584333"/>
                  </a:lnTo>
                  <a:lnTo>
                    <a:pt x="19050" y="626974"/>
                  </a:lnTo>
                  <a:lnTo>
                    <a:pt x="33364" y="668130"/>
                  </a:lnTo>
                  <a:lnTo>
                    <a:pt x="51348" y="707628"/>
                  </a:lnTo>
                  <a:lnTo>
                    <a:pt x="72813" y="745292"/>
                  </a:lnTo>
                  <a:lnTo>
                    <a:pt x="97570" y="780947"/>
                  </a:lnTo>
                  <a:lnTo>
                    <a:pt x="125432" y="814420"/>
                  </a:lnTo>
                  <a:lnTo>
                    <a:pt x="156210" y="845534"/>
                  </a:lnTo>
                  <a:lnTo>
                    <a:pt x="189716" y="874115"/>
                  </a:lnTo>
                  <a:lnTo>
                    <a:pt x="225762" y="899988"/>
                  </a:lnTo>
                  <a:lnTo>
                    <a:pt x="264160" y="922979"/>
                  </a:lnTo>
                  <a:lnTo>
                    <a:pt x="304721" y="942912"/>
                  </a:lnTo>
                  <a:lnTo>
                    <a:pt x="347258" y="959614"/>
                  </a:lnTo>
                  <a:lnTo>
                    <a:pt x="391583" y="972908"/>
                  </a:lnTo>
                  <a:lnTo>
                    <a:pt x="437507" y="982620"/>
                  </a:lnTo>
                  <a:lnTo>
                    <a:pt x="484842" y="988575"/>
                  </a:lnTo>
                  <a:lnTo>
                    <a:pt x="533400" y="990600"/>
                  </a:lnTo>
                  <a:lnTo>
                    <a:pt x="581957" y="988575"/>
                  </a:lnTo>
                  <a:lnTo>
                    <a:pt x="629292" y="982620"/>
                  </a:lnTo>
                  <a:lnTo>
                    <a:pt x="675216" y="972908"/>
                  </a:lnTo>
                  <a:lnTo>
                    <a:pt x="719541" y="959614"/>
                  </a:lnTo>
                  <a:lnTo>
                    <a:pt x="762078" y="942912"/>
                  </a:lnTo>
                  <a:lnTo>
                    <a:pt x="802640" y="922979"/>
                  </a:lnTo>
                  <a:lnTo>
                    <a:pt x="841037" y="899988"/>
                  </a:lnTo>
                  <a:lnTo>
                    <a:pt x="877083" y="874115"/>
                  </a:lnTo>
                  <a:lnTo>
                    <a:pt x="910590" y="845534"/>
                  </a:lnTo>
                  <a:lnTo>
                    <a:pt x="941367" y="814420"/>
                  </a:lnTo>
                  <a:lnTo>
                    <a:pt x="969229" y="780947"/>
                  </a:lnTo>
                  <a:lnTo>
                    <a:pt x="993986" y="745292"/>
                  </a:lnTo>
                  <a:lnTo>
                    <a:pt x="1015451" y="707628"/>
                  </a:lnTo>
                  <a:lnTo>
                    <a:pt x="1033435" y="668130"/>
                  </a:lnTo>
                  <a:lnTo>
                    <a:pt x="1047750" y="626974"/>
                  </a:lnTo>
                  <a:lnTo>
                    <a:pt x="1058207" y="584333"/>
                  </a:lnTo>
                  <a:lnTo>
                    <a:pt x="1064620" y="540384"/>
                  </a:lnTo>
                  <a:lnTo>
                    <a:pt x="1066800" y="495300"/>
                  </a:lnTo>
                  <a:lnTo>
                    <a:pt x="1064620" y="450215"/>
                  </a:lnTo>
                  <a:lnTo>
                    <a:pt x="1058207" y="406266"/>
                  </a:lnTo>
                  <a:lnTo>
                    <a:pt x="1047749" y="363625"/>
                  </a:lnTo>
                  <a:lnTo>
                    <a:pt x="1033435" y="322469"/>
                  </a:lnTo>
                  <a:lnTo>
                    <a:pt x="1015451" y="282971"/>
                  </a:lnTo>
                  <a:lnTo>
                    <a:pt x="993986" y="245307"/>
                  </a:lnTo>
                  <a:lnTo>
                    <a:pt x="969229" y="209652"/>
                  </a:lnTo>
                  <a:lnTo>
                    <a:pt x="941367" y="176179"/>
                  </a:lnTo>
                  <a:lnTo>
                    <a:pt x="910589" y="145065"/>
                  </a:lnTo>
                  <a:lnTo>
                    <a:pt x="877083" y="116484"/>
                  </a:lnTo>
                  <a:lnTo>
                    <a:pt x="841037" y="90611"/>
                  </a:lnTo>
                  <a:lnTo>
                    <a:pt x="802639" y="67620"/>
                  </a:lnTo>
                  <a:lnTo>
                    <a:pt x="762078" y="47687"/>
                  </a:lnTo>
                  <a:lnTo>
                    <a:pt x="719541" y="30985"/>
                  </a:lnTo>
                  <a:lnTo>
                    <a:pt x="675216" y="17691"/>
                  </a:lnTo>
                  <a:lnTo>
                    <a:pt x="629292" y="7979"/>
                  </a:lnTo>
                  <a:lnTo>
                    <a:pt x="581957" y="2024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029200" y="4267200"/>
              <a:ext cx="1066800" cy="990600"/>
            </a:xfrm>
            <a:custGeom>
              <a:avLst/>
              <a:gdLst/>
              <a:ahLst/>
              <a:cxnLst/>
              <a:rect l="l" t="t" r="r" b="b"/>
              <a:pathLst>
                <a:path w="1066800" h="990600">
                  <a:moveTo>
                    <a:pt x="0" y="495300"/>
                  </a:moveTo>
                  <a:lnTo>
                    <a:pt x="2179" y="450215"/>
                  </a:lnTo>
                  <a:lnTo>
                    <a:pt x="8592" y="406266"/>
                  </a:lnTo>
                  <a:lnTo>
                    <a:pt x="19050" y="363625"/>
                  </a:lnTo>
                  <a:lnTo>
                    <a:pt x="33364" y="322469"/>
                  </a:lnTo>
                  <a:lnTo>
                    <a:pt x="51348" y="282971"/>
                  </a:lnTo>
                  <a:lnTo>
                    <a:pt x="72813" y="245307"/>
                  </a:lnTo>
                  <a:lnTo>
                    <a:pt x="97570" y="209652"/>
                  </a:lnTo>
                  <a:lnTo>
                    <a:pt x="125432" y="176179"/>
                  </a:lnTo>
                  <a:lnTo>
                    <a:pt x="156209" y="145065"/>
                  </a:lnTo>
                  <a:lnTo>
                    <a:pt x="189716" y="116484"/>
                  </a:lnTo>
                  <a:lnTo>
                    <a:pt x="225762" y="90611"/>
                  </a:lnTo>
                  <a:lnTo>
                    <a:pt x="264159" y="67620"/>
                  </a:lnTo>
                  <a:lnTo>
                    <a:pt x="304721" y="47687"/>
                  </a:lnTo>
                  <a:lnTo>
                    <a:pt x="347258" y="30985"/>
                  </a:lnTo>
                  <a:lnTo>
                    <a:pt x="391583" y="17691"/>
                  </a:lnTo>
                  <a:lnTo>
                    <a:pt x="437507" y="7979"/>
                  </a:lnTo>
                  <a:lnTo>
                    <a:pt x="484842" y="2024"/>
                  </a:lnTo>
                  <a:lnTo>
                    <a:pt x="533400" y="0"/>
                  </a:lnTo>
                  <a:lnTo>
                    <a:pt x="581957" y="2024"/>
                  </a:lnTo>
                  <a:lnTo>
                    <a:pt x="629292" y="7979"/>
                  </a:lnTo>
                  <a:lnTo>
                    <a:pt x="675216" y="17691"/>
                  </a:lnTo>
                  <a:lnTo>
                    <a:pt x="719541" y="30985"/>
                  </a:lnTo>
                  <a:lnTo>
                    <a:pt x="762078" y="47687"/>
                  </a:lnTo>
                  <a:lnTo>
                    <a:pt x="802639" y="67620"/>
                  </a:lnTo>
                  <a:lnTo>
                    <a:pt x="841037" y="90611"/>
                  </a:lnTo>
                  <a:lnTo>
                    <a:pt x="877083" y="116484"/>
                  </a:lnTo>
                  <a:lnTo>
                    <a:pt x="910589" y="145065"/>
                  </a:lnTo>
                  <a:lnTo>
                    <a:pt x="941367" y="176179"/>
                  </a:lnTo>
                  <a:lnTo>
                    <a:pt x="969229" y="209652"/>
                  </a:lnTo>
                  <a:lnTo>
                    <a:pt x="993986" y="245307"/>
                  </a:lnTo>
                  <a:lnTo>
                    <a:pt x="1015451" y="282971"/>
                  </a:lnTo>
                  <a:lnTo>
                    <a:pt x="1033435" y="322469"/>
                  </a:lnTo>
                  <a:lnTo>
                    <a:pt x="1047749" y="363625"/>
                  </a:lnTo>
                  <a:lnTo>
                    <a:pt x="1058207" y="406266"/>
                  </a:lnTo>
                  <a:lnTo>
                    <a:pt x="1064620" y="450215"/>
                  </a:lnTo>
                  <a:lnTo>
                    <a:pt x="1066800" y="495300"/>
                  </a:lnTo>
                  <a:lnTo>
                    <a:pt x="1064620" y="540384"/>
                  </a:lnTo>
                  <a:lnTo>
                    <a:pt x="1058207" y="584333"/>
                  </a:lnTo>
                  <a:lnTo>
                    <a:pt x="1047750" y="626974"/>
                  </a:lnTo>
                  <a:lnTo>
                    <a:pt x="1033435" y="668130"/>
                  </a:lnTo>
                  <a:lnTo>
                    <a:pt x="1015451" y="707628"/>
                  </a:lnTo>
                  <a:lnTo>
                    <a:pt x="993986" y="745292"/>
                  </a:lnTo>
                  <a:lnTo>
                    <a:pt x="969229" y="780947"/>
                  </a:lnTo>
                  <a:lnTo>
                    <a:pt x="941367" y="814420"/>
                  </a:lnTo>
                  <a:lnTo>
                    <a:pt x="910590" y="845534"/>
                  </a:lnTo>
                  <a:lnTo>
                    <a:pt x="877083" y="874115"/>
                  </a:lnTo>
                  <a:lnTo>
                    <a:pt x="841037" y="899988"/>
                  </a:lnTo>
                  <a:lnTo>
                    <a:pt x="802640" y="922979"/>
                  </a:lnTo>
                  <a:lnTo>
                    <a:pt x="762078" y="942912"/>
                  </a:lnTo>
                  <a:lnTo>
                    <a:pt x="719541" y="959614"/>
                  </a:lnTo>
                  <a:lnTo>
                    <a:pt x="675216" y="972908"/>
                  </a:lnTo>
                  <a:lnTo>
                    <a:pt x="629292" y="982620"/>
                  </a:lnTo>
                  <a:lnTo>
                    <a:pt x="581957" y="988575"/>
                  </a:lnTo>
                  <a:lnTo>
                    <a:pt x="533400" y="990600"/>
                  </a:lnTo>
                  <a:lnTo>
                    <a:pt x="484842" y="988575"/>
                  </a:lnTo>
                  <a:lnTo>
                    <a:pt x="437507" y="982620"/>
                  </a:lnTo>
                  <a:lnTo>
                    <a:pt x="391583" y="972908"/>
                  </a:lnTo>
                  <a:lnTo>
                    <a:pt x="347258" y="959614"/>
                  </a:lnTo>
                  <a:lnTo>
                    <a:pt x="304721" y="942912"/>
                  </a:lnTo>
                  <a:lnTo>
                    <a:pt x="264160" y="922979"/>
                  </a:lnTo>
                  <a:lnTo>
                    <a:pt x="225762" y="899988"/>
                  </a:lnTo>
                  <a:lnTo>
                    <a:pt x="189716" y="874115"/>
                  </a:lnTo>
                  <a:lnTo>
                    <a:pt x="156210" y="845534"/>
                  </a:lnTo>
                  <a:lnTo>
                    <a:pt x="125432" y="814420"/>
                  </a:lnTo>
                  <a:lnTo>
                    <a:pt x="97570" y="780947"/>
                  </a:lnTo>
                  <a:lnTo>
                    <a:pt x="72813" y="745292"/>
                  </a:lnTo>
                  <a:lnTo>
                    <a:pt x="51348" y="707628"/>
                  </a:lnTo>
                  <a:lnTo>
                    <a:pt x="33364" y="668130"/>
                  </a:lnTo>
                  <a:lnTo>
                    <a:pt x="19050" y="626974"/>
                  </a:lnTo>
                  <a:lnTo>
                    <a:pt x="8592" y="584333"/>
                  </a:lnTo>
                  <a:lnTo>
                    <a:pt x="2179" y="540384"/>
                  </a:lnTo>
                  <a:lnTo>
                    <a:pt x="0" y="4953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5288660" y="4637913"/>
            <a:ext cx="5505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Pesan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6624637" y="4186237"/>
            <a:ext cx="1228725" cy="1152525"/>
            <a:chOff x="6624637" y="4186237"/>
            <a:chExt cx="1228725" cy="1152525"/>
          </a:xfrm>
        </p:grpSpPr>
        <p:sp>
          <p:nvSpPr>
            <p:cNvPr id="36" name="object 36" descr=""/>
            <p:cNvSpPr/>
            <p:nvPr/>
          </p:nvSpPr>
          <p:spPr>
            <a:xfrm>
              <a:off x="6629400" y="4191000"/>
              <a:ext cx="1219200" cy="1143000"/>
            </a:xfrm>
            <a:custGeom>
              <a:avLst/>
              <a:gdLst/>
              <a:ahLst/>
              <a:cxnLst/>
              <a:rect l="l" t="t" r="r" b="b"/>
              <a:pathLst>
                <a:path w="1219200" h="1143000">
                  <a:moveTo>
                    <a:pt x="609600" y="0"/>
                  </a:moveTo>
                  <a:lnTo>
                    <a:pt x="559602" y="1894"/>
                  </a:lnTo>
                  <a:lnTo>
                    <a:pt x="510718" y="7480"/>
                  </a:lnTo>
                  <a:lnTo>
                    <a:pt x="463104" y="16611"/>
                  </a:lnTo>
                  <a:lnTo>
                    <a:pt x="416917" y="29138"/>
                  </a:lnTo>
                  <a:lnTo>
                    <a:pt x="372314" y="44916"/>
                  </a:lnTo>
                  <a:lnTo>
                    <a:pt x="329451" y="63796"/>
                  </a:lnTo>
                  <a:lnTo>
                    <a:pt x="288486" y="85632"/>
                  </a:lnTo>
                  <a:lnTo>
                    <a:pt x="249576" y="110276"/>
                  </a:lnTo>
                  <a:lnTo>
                    <a:pt x="212877" y="137582"/>
                  </a:lnTo>
                  <a:lnTo>
                    <a:pt x="178546" y="167401"/>
                  </a:lnTo>
                  <a:lnTo>
                    <a:pt x="146740" y="199588"/>
                  </a:lnTo>
                  <a:lnTo>
                    <a:pt x="117616" y="233994"/>
                  </a:lnTo>
                  <a:lnTo>
                    <a:pt x="91331" y="270474"/>
                  </a:lnTo>
                  <a:lnTo>
                    <a:pt x="68041" y="308878"/>
                  </a:lnTo>
                  <a:lnTo>
                    <a:pt x="47904" y="349061"/>
                  </a:lnTo>
                  <a:lnTo>
                    <a:pt x="31077" y="390875"/>
                  </a:lnTo>
                  <a:lnTo>
                    <a:pt x="17716" y="434173"/>
                  </a:lnTo>
                  <a:lnTo>
                    <a:pt x="7978" y="478808"/>
                  </a:lnTo>
                  <a:lnTo>
                    <a:pt x="2020" y="524632"/>
                  </a:lnTo>
                  <a:lnTo>
                    <a:pt x="0" y="571500"/>
                  </a:lnTo>
                  <a:lnTo>
                    <a:pt x="2020" y="618367"/>
                  </a:lnTo>
                  <a:lnTo>
                    <a:pt x="7978" y="664191"/>
                  </a:lnTo>
                  <a:lnTo>
                    <a:pt x="17716" y="708826"/>
                  </a:lnTo>
                  <a:lnTo>
                    <a:pt x="31077" y="752124"/>
                  </a:lnTo>
                  <a:lnTo>
                    <a:pt x="47904" y="793938"/>
                  </a:lnTo>
                  <a:lnTo>
                    <a:pt x="68041" y="834121"/>
                  </a:lnTo>
                  <a:lnTo>
                    <a:pt x="91331" y="872525"/>
                  </a:lnTo>
                  <a:lnTo>
                    <a:pt x="117616" y="909005"/>
                  </a:lnTo>
                  <a:lnTo>
                    <a:pt x="146740" y="943411"/>
                  </a:lnTo>
                  <a:lnTo>
                    <a:pt x="178546" y="975598"/>
                  </a:lnTo>
                  <a:lnTo>
                    <a:pt x="212877" y="1005417"/>
                  </a:lnTo>
                  <a:lnTo>
                    <a:pt x="249576" y="1032723"/>
                  </a:lnTo>
                  <a:lnTo>
                    <a:pt x="288486" y="1057367"/>
                  </a:lnTo>
                  <a:lnTo>
                    <a:pt x="329451" y="1079203"/>
                  </a:lnTo>
                  <a:lnTo>
                    <a:pt x="372314" y="1098083"/>
                  </a:lnTo>
                  <a:lnTo>
                    <a:pt x="416917" y="1113861"/>
                  </a:lnTo>
                  <a:lnTo>
                    <a:pt x="463104" y="1126388"/>
                  </a:lnTo>
                  <a:lnTo>
                    <a:pt x="510718" y="1135519"/>
                  </a:lnTo>
                  <a:lnTo>
                    <a:pt x="559602" y="1141105"/>
                  </a:lnTo>
                  <a:lnTo>
                    <a:pt x="609600" y="1143000"/>
                  </a:lnTo>
                  <a:lnTo>
                    <a:pt x="659597" y="1141105"/>
                  </a:lnTo>
                  <a:lnTo>
                    <a:pt x="708481" y="1135519"/>
                  </a:lnTo>
                  <a:lnTo>
                    <a:pt x="756095" y="1126388"/>
                  </a:lnTo>
                  <a:lnTo>
                    <a:pt x="802282" y="1113861"/>
                  </a:lnTo>
                  <a:lnTo>
                    <a:pt x="846885" y="1098083"/>
                  </a:lnTo>
                  <a:lnTo>
                    <a:pt x="889748" y="1079203"/>
                  </a:lnTo>
                  <a:lnTo>
                    <a:pt x="930713" y="1057367"/>
                  </a:lnTo>
                  <a:lnTo>
                    <a:pt x="969623" y="1032723"/>
                  </a:lnTo>
                  <a:lnTo>
                    <a:pt x="1006322" y="1005417"/>
                  </a:lnTo>
                  <a:lnTo>
                    <a:pt x="1040653" y="975598"/>
                  </a:lnTo>
                  <a:lnTo>
                    <a:pt x="1072459" y="943411"/>
                  </a:lnTo>
                  <a:lnTo>
                    <a:pt x="1101583" y="909005"/>
                  </a:lnTo>
                  <a:lnTo>
                    <a:pt x="1127868" y="872525"/>
                  </a:lnTo>
                  <a:lnTo>
                    <a:pt x="1151158" y="834121"/>
                  </a:lnTo>
                  <a:lnTo>
                    <a:pt x="1171295" y="793938"/>
                  </a:lnTo>
                  <a:lnTo>
                    <a:pt x="1188122" y="752124"/>
                  </a:lnTo>
                  <a:lnTo>
                    <a:pt x="1201483" y="708826"/>
                  </a:lnTo>
                  <a:lnTo>
                    <a:pt x="1211221" y="664191"/>
                  </a:lnTo>
                  <a:lnTo>
                    <a:pt x="1217179" y="618367"/>
                  </a:lnTo>
                  <a:lnTo>
                    <a:pt x="1219200" y="571500"/>
                  </a:lnTo>
                  <a:lnTo>
                    <a:pt x="1217179" y="524632"/>
                  </a:lnTo>
                  <a:lnTo>
                    <a:pt x="1211221" y="478808"/>
                  </a:lnTo>
                  <a:lnTo>
                    <a:pt x="1201483" y="434173"/>
                  </a:lnTo>
                  <a:lnTo>
                    <a:pt x="1188122" y="390875"/>
                  </a:lnTo>
                  <a:lnTo>
                    <a:pt x="1171295" y="349061"/>
                  </a:lnTo>
                  <a:lnTo>
                    <a:pt x="1151158" y="308878"/>
                  </a:lnTo>
                  <a:lnTo>
                    <a:pt x="1127868" y="270474"/>
                  </a:lnTo>
                  <a:lnTo>
                    <a:pt x="1101583" y="233994"/>
                  </a:lnTo>
                  <a:lnTo>
                    <a:pt x="1072459" y="199588"/>
                  </a:lnTo>
                  <a:lnTo>
                    <a:pt x="1040653" y="167401"/>
                  </a:lnTo>
                  <a:lnTo>
                    <a:pt x="1006322" y="137582"/>
                  </a:lnTo>
                  <a:lnTo>
                    <a:pt x="969623" y="110276"/>
                  </a:lnTo>
                  <a:lnTo>
                    <a:pt x="930713" y="85632"/>
                  </a:lnTo>
                  <a:lnTo>
                    <a:pt x="889748" y="63796"/>
                  </a:lnTo>
                  <a:lnTo>
                    <a:pt x="846885" y="44916"/>
                  </a:lnTo>
                  <a:lnTo>
                    <a:pt x="802282" y="29138"/>
                  </a:lnTo>
                  <a:lnTo>
                    <a:pt x="756095" y="16611"/>
                  </a:lnTo>
                  <a:lnTo>
                    <a:pt x="708481" y="7480"/>
                  </a:lnTo>
                  <a:lnTo>
                    <a:pt x="659597" y="189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629400" y="4191000"/>
              <a:ext cx="1219200" cy="1143000"/>
            </a:xfrm>
            <a:custGeom>
              <a:avLst/>
              <a:gdLst/>
              <a:ahLst/>
              <a:cxnLst/>
              <a:rect l="l" t="t" r="r" b="b"/>
              <a:pathLst>
                <a:path w="1219200" h="1143000">
                  <a:moveTo>
                    <a:pt x="0" y="571500"/>
                  </a:moveTo>
                  <a:lnTo>
                    <a:pt x="2020" y="524632"/>
                  </a:lnTo>
                  <a:lnTo>
                    <a:pt x="7978" y="478808"/>
                  </a:lnTo>
                  <a:lnTo>
                    <a:pt x="17716" y="434173"/>
                  </a:lnTo>
                  <a:lnTo>
                    <a:pt x="31077" y="390875"/>
                  </a:lnTo>
                  <a:lnTo>
                    <a:pt x="47904" y="349061"/>
                  </a:lnTo>
                  <a:lnTo>
                    <a:pt x="68041" y="308878"/>
                  </a:lnTo>
                  <a:lnTo>
                    <a:pt x="91331" y="270474"/>
                  </a:lnTo>
                  <a:lnTo>
                    <a:pt x="117616" y="233994"/>
                  </a:lnTo>
                  <a:lnTo>
                    <a:pt x="146740" y="199588"/>
                  </a:lnTo>
                  <a:lnTo>
                    <a:pt x="178546" y="167401"/>
                  </a:lnTo>
                  <a:lnTo>
                    <a:pt x="212877" y="137582"/>
                  </a:lnTo>
                  <a:lnTo>
                    <a:pt x="249576" y="110276"/>
                  </a:lnTo>
                  <a:lnTo>
                    <a:pt x="288486" y="85632"/>
                  </a:lnTo>
                  <a:lnTo>
                    <a:pt x="329451" y="63796"/>
                  </a:lnTo>
                  <a:lnTo>
                    <a:pt x="372314" y="44916"/>
                  </a:lnTo>
                  <a:lnTo>
                    <a:pt x="416917" y="29138"/>
                  </a:lnTo>
                  <a:lnTo>
                    <a:pt x="463104" y="16611"/>
                  </a:lnTo>
                  <a:lnTo>
                    <a:pt x="510718" y="7480"/>
                  </a:lnTo>
                  <a:lnTo>
                    <a:pt x="559602" y="1894"/>
                  </a:lnTo>
                  <a:lnTo>
                    <a:pt x="609600" y="0"/>
                  </a:lnTo>
                  <a:lnTo>
                    <a:pt x="659597" y="1894"/>
                  </a:lnTo>
                  <a:lnTo>
                    <a:pt x="708481" y="7480"/>
                  </a:lnTo>
                  <a:lnTo>
                    <a:pt x="756095" y="16611"/>
                  </a:lnTo>
                  <a:lnTo>
                    <a:pt x="802282" y="29138"/>
                  </a:lnTo>
                  <a:lnTo>
                    <a:pt x="846885" y="44916"/>
                  </a:lnTo>
                  <a:lnTo>
                    <a:pt x="889748" y="63796"/>
                  </a:lnTo>
                  <a:lnTo>
                    <a:pt x="930713" y="85632"/>
                  </a:lnTo>
                  <a:lnTo>
                    <a:pt x="969623" y="110276"/>
                  </a:lnTo>
                  <a:lnTo>
                    <a:pt x="1006322" y="137582"/>
                  </a:lnTo>
                  <a:lnTo>
                    <a:pt x="1040653" y="167401"/>
                  </a:lnTo>
                  <a:lnTo>
                    <a:pt x="1072459" y="199588"/>
                  </a:lnTo>
                  <a:lnTo>
                    <a:pt x="1101583" y="233994"/>
                  </a:lnTo>
                  <a:lnTo>
                    <a:pt x="1127868" y="270474"/>
                  </a:lnTo>
                  <a:lnTo>
                    <a:pt x="1151158" y="308878"/>
                  </a:lnTo>
                  <a:lnTo>
                    <a:pt x="1171295" y="349061"/>
                  </a:lnTo>
                  <a:lnTo>
                    <a:pt x="1188122" y="390875"/>
                  </a:lnTo>
                  <a:lnTo>
                    <a:pt x="1201483" y="434173"/>
                  </a:lnTo>
                  <a:lnTo>
                    <a:pt x="1211221" y="478808"/>
                  </a:lnTo>
                  <a:lnTo>
                    <a:pt x="1217179" y="524632"/>
                  </a:lnTo>
                  <a:lnTo>
                    <a:pt x="1219200" y="571500"/>
                  </a:lnTo>
                  <a:lnTo>
                    <a:pt x="1217179" y="618367"/>
                  </a:lnTo>
                  <a:lnTo>
                    <a:pt x="1211221" y="664191"/>
                  </a:lnTo>
                  <a:lnTo>
                    <a:pt x="1201483" y="708826"/>
                  </a:lnTo>
                  <a:lnTo>
                    <a:pt x="1188122" y="752124"/>
                  </a:lnTo>
                  <a:lnTo>
                    <a:pt x="1171295" y="793938"/>
                  </a:lnTo>
                  <a:lnTo>
                    <a:pt x="1151158" y="834121"/>
                  </a:lnTo>
                  <a:lnTo>
                    <a:pt x="1127868" y="872525"/>
                  </a:lnTo>
                  <a:lnTo>
                    <a:pt x="1101583" y="909005"/>
                  </a:lnTo>
                  <a:lnTo>
                    <a:pt x="1072459" y="943411"/>
                  </a:lnTo>
                  <a:lnTo>
                    <a:pt x="1040653" y="975598"/>
                  </a:lnTo>
                  <a:lnTo>
                    <a:pt x="1006322" y="1005417"/>
                  </a:lnTo>
                  <a:lnTo>
                    <a:pt x="969623" y="1032723"/>
                  </a:lnTo>
                  <a:lnTo>
                    <a:pt x="930713" y="1057367"/>
                  </a:lnTo>
                  <a:lnTo>
                    <a:pt x="889748" y="1079203"/>
                  </a:lnTo>
                  <a:lnTo>
                    <a:pt x="846885" y="1098083"/>
                  </a:lnTo>
                  <a:lnTo>
                    <a:pt x="802282" y="1113861"/>
                  </a:lnTo>
                  <a:lnTo>
                    <a:pt x="756095" y="1126388"/>
                  </a:lnTo>
                  <a:lnTo>
                    <a:pt x="708481" y="1135519"/>
                  </a:lnTo>
                  <a:lnTo>
                    <a:pt x="659597" y="1141105"/>
                  </a:lnTo>
                  <a:lnTo>
                    <a:pt x="609600" y="1143000"/>
                  </a:lnTo>
                  <a:lnTo>
                    <a:pt x="559602" y="1141105"/>
                  </a:lnTo>
                  <a:lnTo>
                    <a:pt x="510718" y="1135519"/>
                  </a:lnTo>
                  <a:lnTo>
                    <a:pt x="463104" y="1126388"/>
                  </a:lnTo>
                  <a:lnTo>
                    <a:pt x="416917" y="1113861"/>
                  </a:lnTo>
                  <a:lnTo>
                    <a:pt x="372314" y="1098083"/>
                  </a:lnTo>
                  <a:lnTo>
                    <a:pt x="329451" y="1079203"/>
                  </a:lnTo>
                  <a:lnTo>
                    <a:pt x="288486" y="1057367"/>
                  </a:lnTo>
                  <a:lnTo>
                    <a:pt x="249576" y="1032723"/>
                  </a:lnTo>
                  <a:lnTo>
                    <a:pt x="212877" y="1005417"/>
                  </a:lnTo>
                  <a:lnTo>
                    <a:pt x="178546" y="975598"/>
                  </a:lnTo>
                  <a:lnTo>
                    <a:pt x="146740" y="943411"/>
                  </a:lnTo>
                  <a:lnTo>
                    <a:pt x="117616" y="909005"/>
                  </a:lnTo>
                  <a:lnTo>
                    <a:pt x="91331" y="872525"/>
                  </a:lnTo>
                  <a:lnTo>
                    <a:pt x="68041" y="834121"/>
                  </a:lnTo>
                  <a:lnTo>
                    <a:pt x="47904" y="793938"/>
                  </a:lnTo>
                  <a:lnTo>
                    <a:pt x="31077" y="752124"/>
                  </a:lnTo>
                  <a:lnTo>
                    <a:pt x="17716" y="708826"/>
                  </a:lnTo>
                  <a:lnTo>
                    <a:pt x="7978" y="664191"/>
                  </a:lnTo>
                  <a:lnTo>
                    <a:pt x="2020" y="618367"/>
                  </a:lnTo>
                  <a:lnTo>
                    <a:pt x="0" y="5715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6699250" y="4531233"/>
            <a:ext cx="10826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Pengkodean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4114800" y="2895600"/>
            <a:ext cx="1219200" cy="9906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wrap="square" lIns="0" tIns="723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spc="-10" b="1">
                <a:latin typeface="Arial"/>
                <a:cs typeface="Arial"/>
              </a:rPr>
              <a:t>Gangguan</a:t>
            </a:r>
            <a:endParaRPr sz="14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400" spc="-10" b="1" i="1">
                <a:latin typeface="Arial"/>
                <a:cs typeface="Arial"/>
              </a:rPr>
              <a:t>(noise)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376427" y="2891027"/>
            <a:ext cx="1076325" cy="1000125"/>
            <a:chOff x="376427" y="2891027"/>
            <a:chExt cx="1076325" cy="1000125"/>
          </a:xfrm>
        </p:grpSpPr>
        <p:sp>
          <p:nvSpPr>
            <p:cNvPr id="41" name="object 41" descr=""/>
            <p:cNvSpPr/>
            <p:nvPr/>
          </p:nvSpPr>
          <p:spPr>
            <a:xfrm>
              <a:off x="380999" y="2895599"/>
              <a:ext cx="1066800" cy="990600"/>
            </a:xfrm>
            <a:custGeom>
              <a:avLst/>
              <a:gdLst/>
              <a:ahLst/>
              <a:cxnLst/>
              <a:rect l="l" t="t" r="r" b="b"/>
              <a:pathLst>
                <a:path w="1066800" h="990600">
                  <a:moveTo>
                    <a:pt x="533400" y="0"/>
                  </a:moveTo>
                  <a:lnTo>
                    <a:pt x="484849" y="2024"/>
                  </a:lnTo>
                  <a:lnTo>
                    <a:pt x="437520" y="7979"/>
                  </a:lnTo>
                  <a:lnTo>
                    <a:pt x="391600" y="17691"/>
                  </a:lnTo>
                  <a:lnTo>
                    <a:pt x="347279" y="30985"/>
                  </a:lnTo>
                  <a:lnTo>
                    <a:pt x="304743" y="47687"/>
                  </a:lnTo>
                  <a:lnTo>
                    <a:pt x="264182" y="67620"/>
                  </a:lnTo>
                  <a:lnTo>
                    <a:pt x="225784" y="90611"/>
                  </a:lnTo>
                  <a:lnTo>
                    <a:pt x="189736" y="116484"/>
                  </a:lnTo>
                  <a:lnTo>
                    <a:pt x="156229" y="145065"/>
                  </a:lnTo>
                  <a:lnTo>
                    <a:pt x="125448" y="176179"/>
                  </a:lnTo>
                  <a:lnTo>
                    <a:pt x="97584" y="209652"/>
                  </a:lnTo>
                  <a:lnTo>
                    <a:pt x="72824" y="245307"/>
                  </a:lnTo>
                  <a:lnTo>
                    <a:pt x="51357" y="282971"/>
                  </a:lnTo>
                  <a:lnTo>
                    <a:pt x="33370" y="322469"/>
                  </a:lnTo>
                  <a:lnTo>
                    <a:pt x="19053" y="363625"/>
                  </a:lnTo>
                  <a:lnTo>
                    <a:pt x="8593" y="406266"/>
                  </a:lnTo>
                  <a:lnTo>
                    <a:pt x="2179" y="450215"/>
                  </a:lnTo>
                  <a:lnTo>
                    <a:pt x="0" y="495300"/>
                  </a:lnTo>
                  <a:lnTo>
                    <a:pt x="2179" y="540384"/>
                  </a:lnTo>
                  <a:lnTo>
                    <a:pt x="8593" y="584333"/>
                  </a:lnTo>
                  <a:lnTo>
                    <a:pt x="19053" y="626974"/>
                  </a:lnTo>
                  <a:lnTo>
                    <a:pt x="33370" y="668130"/>
                  </a:lnTo>
                  <a:lnTo>
                    <a:pt x="51357" y="707628"/>
                  </a:lnTo>
                  <a:lnTo>
                    <a:pt x="72824" y="745292"/>
                  </a:lnTo>
                  <a:lnTo>
                    <a:pt x="97584" y="780947"/>
                  </a:lnTo>
                  <a:lnTo>
                    <a:pt x="125448" y="814420"/>
                  </a:lnTo>
                  <a:lnTo>
                    <a:pt x="156229" y="845534"/>
                  </a:lnTo>
                  <a:lnTo>
                    <a:pt x="189736" y="874115"/>
                  </a:lnTo>
                  <a:lnTo>
                    <a:pt x="225784" y="899988"/>
                  </a:lnTo>
                  <a:lnTo>
                    <a:pt x="264182" y="922979"/>
                  </a:lnTo>
                  <a:lnTo>
                    <a:pt x="304743" y="942912"/>
                  </a:lnTo>
                  <a:lnTo>
                    <a:pt x="347279" y="959614"/>
                  </a:lnTo>
                  <a:lnTo>
                    <a:pt x="391600" y="972908"/>
                  </a:lnTo>
                  <a:lnTo>
                    <a:pt x="437520" y="982620"/>
                  </a:lnTo>
                  <a:lnTo>
                    <a:pt x="484849" y="988575"/>
                  </a:lnTo>
                  <a:lnTo>
                    <a:pt x="533400" y="990600"/>
                  </a:lnTo>
                  <a:lnTo>
                    <a:pt x="581950" y="988575"/>
                  </a:lnTo>
                  <a:lnTo>
                    <a:pt x="629279" y="982620"/>
                  </a:lnTo>
                  <a:lnTo>
                    <a:pt x="675199" y="972908"/>
                  </a:lnTo>
                  <a:lnTo>
                    <a:pt x="719520" y="959614"/>
                  </a:lnTo>
                  <a:lnTo>
                    <a:pt x="762056" y="942912"/>
                  </a:lnTo>
                  <a:lnTo>
                    <a:pt x="802617" y="922979"/>
                  </a:lnTo>
                  <a:lnTo>
                    <a:pt x="841015" y="899988"/>
                  </a:lnTo>
                  <a:lnTo>
                    <a:pt x="877063" y="874115"/>
                  </a:lnTo>
                  <a:lnTo>
                    <a:pt x="910570" y="845534"/>
                  </a:lnTo>
                  <a:lnTo>
                    <a:pt x="941351" y="814420"/>
                  </a:lnTo>
                  <a:lnTo>
                    <a:pt x="969215" y="780947"/>
                  </a:lnTo>
                  <a:lnTo>
                    <a:pt x="993975" y="745292"/>
                  </a:lnTo>
                  <a:lnTo>
                    <a:pt x="1015442" y="707628"/>
                  </a:lnTo>
                  <a:lnTo>
                    <a:pt x="1033429" y="668130"/>
                  </a:lnTo>
                  <a:lnTo>
                    <a:pt x="1047746" y="626974"/>
                  </a:lnTo>
                  <a:lnTo>
                    <a:pt x="1058206" y="584333"/>
                  </a:lnTo>
                  <a:lnTo>
                    <a:pt x="1064620" y="540384"/>
                  </a:lnTo>
                  <a:lnTo>
                    <a:pt x="1066800" y="495300"/>
                  </a:lnTo>
                  <a:lnTo>
                    <a:pt x="1064620" y="450215"/>
                  </a:lnTo>
                  <a:lnTo>
                    <a:pt x="1058206" y="406266"/>
                  </a:lnTo>
                  <a:lnTo>
                    <a:pt x="1047746" y="363625"/>
                  </a:lnTo>
                  <a:lnTo>
                    <a:pt x="1033429" y="322469"/>
                  </a:lnTo>
                  <a:lnTo>
                    <a:pt x="1015442" y="282971"/>
                  </a:lnTo>
                  <a:lnTo>
                    <a:pt x="993975" y="245307"/>
                  </a:lnTo>
                  <a:lnTo>
                    <a:pt x="969215" y="209652"/>
                  </a:lnTo>
                  <a:lnTo>
                    <a:pt x="941351" y="176179"/>
                  </a:lnTo>
                  <a:lnTo>
                    <a:pt x="910570" y="145065"/>
                  </a:lnTo>
                  <a:lnTo>
                    <a:pt x="877063" y="116484"/>
                  </a:lnTo>
                  <a:lnTo>
                    <a:pt x="841015" y="90611"/>
                  </a:lnTo>
                  <a:lnTo>
                    <a:pt x="802617" y="67620"/>
                  </a:lnTo>
                  <a:lnTo>
                    <a:pt x="762056" y="47687"/>
                  </a:lnTo>
                  <a:lnTo>
                    <a:pt x="719520" y="30985"/>
                  </a:lnTo>
                  <a:lnTo>
                    <a:pt x="675199" y="17691"/>
                  </a:lnTo>
                  <a:lnTo>
                    <a:pt x="629279" y="7979"/>
                  </a:lnTo>
                  <a:lnTo>
                    <a:pt x="581950" y="2024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80999" y="2895599"/>
              <a:ext cx="1066800" cy="990600"/>
            </a:xfrm>
            <a:custGeom>
              <a:avLst/>
              <a:gdLst/>
              <a:ahLst/>
              <a:cxnLst/>
              <a:rect l="l" t="t" r="r" b="b"/>
              <a:pathLst>
                <a:path w="1066800" h="990600">
                  <a:moveTo>
                    <a:pt x="0" y="495300"/>
                  </a:moveTo>
                  <a:lnTo>
                    <a:pt x="2179" y="450215"/>
                  </a:lnTo>
                  <a:lnTo>
                    <a:pt x="8593" y="406266"/>
                  </a:lnTo>
                  <a:lnTo>
                    <a:pt x="19053" y="363625"/>
                  </a:lnTo>
                  <a:lnTo>
                    <a:pt x="33370" y="322469"/>
                  </a:lnTo>
                  <a:lnTo>
                    <a:pt x="51357" y="282971"/>
                  </a:lnTo>
                  <a:lnTo>
                    <a:pt x="72824" y="245307"/>
                  </a:lnTo>
                  <a:lnTo>
                    <a:pt x="97584" y="209652"/>
                  </a:lnTo>
                  <a:lnTo>
                    <a:pt x="125448" y="176179"/>
                  </a:lnTo>
                  <a:lnTo>
                    <a:pt x="156229" y="145065"/>
                  </a:lnTo>
                  <a:lnTo>
                    <a:pt x="189736" y="116484"/>
                  </a:lnTo>
                  <a:lnTo>
                    <a:pt x="225784" y="90611"/>
                  </a:lnTo>
                  <a:lnTo>
                    <a:pt x="264182" y="67620"/>
                  </a:lnTo>
                  <a:lnTo>
                    <a:pt x="304743" y="47687"/>
                  </a:lnTo>
                  <a:lnTo>
                    <a:pt x="347279" y="30985"/>
                  </a:lnTo>
                  <a:lnTo>
                    <a:pt x="391600" y="17691"/>
                  </a:lnTo>
                  <a:lnTo>
                    <a:pt x="437520" y="7979"/>
                  </a:lnTo>
                  <a:lnTo>
                    <a:pt x="484849" y="2024"/>
                  </a:lnTo>
                  <a:lnTo>
                    <a:pt x="533400" y="0"/>
                  </a:lnTo>
                  <a:lnTo>
                    <a:pt x="581950" y="2024"/>
                  </a:lnTo>
                  <a:lnTo>
                    <a:pt x="629279" y="7979"/>
                  </a:lnTo>
                  <a:lnTo>
                    <a:pt x="675199" y="17691"/>
                  </a:lnTo>
                  <a:lnTo>
                    <a:pt x="719520" y="30985"/>
                  </a:lnTo>
                  <a:lnTo>
                    <a:pt x="762056" y="47687"/>
                  </a:lnTo>
                  <a:lnTo>
                    <a:pt x="802617" y="67620"/>
                  </a:lnTo>
                  <a:lnTo>
                    <a:pt x="841015" y="90611"/>
                  </a:lnTo>
                  <a:lnTo>
                    <a:pt x="877063" y="116484"/>
                  </a:lnTo>
                  <a:lnTo>
                    <a:pt x="910570" y="145065"/>
                  </a:lnTo>
                  <a:lnTo>
                    <a:pt x="941351" y="176179"/>
                  </a:lnTo>
                  <a:lnTo>
                    <a:pt x="969215" y="209652"/>
                  </a:lnTo>
                  <a:lnTo>
                    <a:pt x="993975" y="245307"/>
                  </a:lnTo>
                  <a:lnTo>
                    <a:pt x="1015442" y="282971"/>
                  </a:lnTo>
                  <a:lnTo>
                    <a:pt x="1033429" y="322469"/>
                  </a:lnTo>
                  <a:lnTo>
                    <a:pt x="1047746" y="363625"/>
                  </a:lnTo>
                  <a:lnTo>
                    <a:pt x="1058206" y="406266"/>
                  </a:lnTo>
                  <a:lnTo>
                    <a:pt x="1064620" y="450215"/>
                  </a:lnTo>
                  <a:lnTo>
                    <a:pt x="1066800" y="495300"/>
                  </a:lnTo>
                  <a:lnTo>
                    <a:pt x="1064620" y="540384"/>
                  </a:lnTo>
                  <a:lnTo>
                    <a:pt x="1058206" y="584333"/>
                  </a:lnTo>
                  <a:lnTo>
                    <a:pt x="1047746" y="626974"/>
                  </a:lnTo>
                  <a:lnTo>
                    <a:pt x="1033429" y="668130"/>
                  </a:lnTo>
                  <a:lnTo>
                    <a:pt x="1015442" y="707628"/>
                  </a:lnTo>
                  <a:lnTo>
                    <a:pt x="993975" y="745292"/>
                  </a:lnTo>
                  <a:lnTo>
                    <a:pt x="969215" y="780947"/>
                  </a:lnTo>
                  <a:lnTo>
                    <a:pt x="941351" y="814420"/>
                  </a:lnTo>
                  <a:lnTo>
                    <a:pt x="910570" y="845534"/>
                  </a:lnTo>
                  <a:lnTo>
                    <a:pt x="877063" y="874115"/>
                  </a:lnTo>
                  <a:lnTo>
                    <a:pt x="841015" y="899988"/>
                  </a:lnTo>
                  <a:lnTo>
                    <a:pt x="802617" y="922979"/>
                  </a:lnTo>
                  <a:lnTo>
                    <a:pt x="762056" y="942912"/>
                  </a:lnTo>
                  <a:lnTo>
                    <a:pt x="719520" y="959614"/>
                  </a:lnTo>
                  <a:lnTo>
                    <a:pt x="675199" y="972908"/>
                  </a:lnTo>
                  <a:lnTo>
                    <a:pt x="629279" y="982620"/>
                  </a:lnTo>
                  <a:lnTo>
                    <a:pt x="581950" y="988575"/>
                  </a:lnTo>
                  <a:lnTo>
                    <a:pt x="533400" y="990600"/>
                  </a:lnTo>
                  <a:lnTo>
                    <a:pt x="484849" y="988575"/>
                  </a:lnTo>
                  <a:lnTo>
                    <a:pt x="437520" y="982620"/>
                  </a:lnTo>
                  <a:lnTo>
                    <a:pt x="391600" y="972908"/>
                  </a:lnTo>
                  <a:lnTo>
                    <a:pt x="347279" y="959614"/>
                  </a:lnTo>
                  <a:lnTo>
                    <a:pt x="304743" y="942912"/>
                  </a:lnTo>
                  <a:lnTo>
                    <a:pt x="264182" y="922979"/>
                  </a:lnTo>
                  <a:lnTo>
                    <a:pt x="225784" y="899988"/>
                  </a:lnTo>
                  <a:lnTo>
                    <a:pt x="189736" y="874115"/>
                  </a:lnTo>
                  <a:lnTo>
                    <a:pt x="156229" y="845534"/>
                  </a:lnTo>
                  <a:lnTo>
                    <a:pt x="125448" y="814420"/>
                  </a:lnTo>
                  <a:lnTo>
                    <a:pt x="97584" y="780947"/>
                  </a:lnTo>
                  <a:lnTo>
                    <a:pt x="72824" y="745292"/>
                  </a:lnTo>
                  <a:lnTo>
                    <a:pt x="51357" y="707628"/>
                  </a:lnTo>
                  <a:lnTo>
                    <a:pt x="33370" y="668130"/>
                  </a:lnTo>
                  <a:lnTo>
                    <a:pt x="19053" y="626974"/>
                  </a:lnTo>
                  <a:lnTo>
                    <a:pt x="8593" y="584333"/>
                  </a:lnTo>
                  <a:lnTo>
                    <a:pt x="2179" y="540384"/>
                  </a:lnTo>
                  <a:lnTo>
                    <a:pt x="0" y="4953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520700" y="3266058"/>
            <a:ext cx="7886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Pengirim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7792211" y="2743200"/>
            <a:ext cx="1228725" cy="1152525"/>
            <a:chOff x="7792211" y="2743200"/>
            <a:chExt cx="1228725" cy="1152525"/>
          </a:xfrm>
        </p:grpSpPr>
        <p:sp>
          <p:nvSpPr>
            <p:cNvPr id="45" name="object 45" descr=""/>
            <p:cNvSpPr/>
            <p:nvPr/>
          </p:nvSpPr>
          <p:spPr>
            <a:xfrm>
              <a:off x="7796783" y="2747772"/>
              <a:ext cx="1219200" cy="1143000"/>
            </a:xfrm>
            <a:custGeom>
              <a:avLst/>
              <a:gdLst/>
              <a:ahLst/>
              <a:cxnLst/>
              <a:rect l="l" t="t" r="r" b="b"/>
              <a:pathLst>
                <a:path w="1219200" h="1143000">
                  <a:moveTo>
                    <a:pt x="609600" y="0"/>
                  </a:moveTo>
                  <a:lnTo>
                    <a:pt x="559602" y="1894"/>
                  </a:lnTo>
                  <a:lnTo>
                    <a:pt x="510718" y="7480"/>
                  </a:lnTo>
                  <a:lnTo>
                    <a:pt x="463104" y="16611"/>
                  </a:lnTo>
                  <a:lnTo>
                    <a:pt x="416917" y="29138"/>
                  </a:lnTo>
                  <a:lnTo>
                    <a:pt x="372314" y="44916"/>
                  </a:lnTo>
                  <a:lnTo>
                    <a:pt x="329451" y="63796"/>
                  </a:lnTo>
                  <a:lnTo>
                    <a:pt x="288486" y="85632"/>
                  </a:lnTo>
                  <a:lnTo>
                    <a:pt x="249576" y="110276"/>
                  </a:lnTo>
                  <a:lnTo>
                    <a:pt x="212877" y="137582"/>
                  </a:lnTo>
                  <a:lnTo>
                    <a:pt x="178546" y="167401"/>
                  </a:lnTo>
                  <a:lnTo>
                    <a:pt x="146740" y="199588"/>
                  </a:lnTo>
                  <a:lnTo>
                    <a:pt x="117616" y="233994"/>
                  </a:lnTo>
                  <a:lnTo>
                    <a:pt x="91331" y="270474"/>
                  </a:lnTo>
                  <a:lnTo>
                    <a:pt x="68041" y="308878"/>
                  </a:lnTo>
                  <a:lnTo>
                    <a:pt x="47904" y="349061"/>
                  </a:lnTo>
                  <a:lnTo>
                    <a:pt x="31077" y="390875"/>
                  </a:lnTo>
                  <a:lnTo>
                    <a:pt x="17716" y="434173"/>
                  </a:lnTo>
                  <a:lnTo>
                    <a:pt x="7978" y="478808"/>
                  </a:lnTo>
                  <a:lnTo>
                    <a:pt x="2020" y="524632"/>
                  </a:lnTo>
                  <a:lnTo>
                    <a:pt x="0" y="571500"/>
                  </a:lnTo>
                  <a:lnTo>
                    <a:pt x="2020" y="618367"/>
                  </a:lnTo>
                  <a:lnTo>
                    <a:pt x="7978" y="664191"/>
                  </a:lnTo>
                  <a:lnTo>
                    <a:pt x="17716" y="708826"/>
                  </a:lnTo>
                  <a:lnTo>
                    <a:pt x="31077" y="752124"/>
                  </a:lnTo>
                  <a:lnTo>
                    <a:pt x="47904" y="793938"/>
                  </a:lnTo>
                  <a:lnTo>
                    <a:pt x="68041" y="834121"/>
                  </a:lnTo>
                  <a:lnTo>
                    <a:pt x="91331" y="872525"/>
                  </a:lnTo>
                  <a:lnTo>
                    <a:pt x="117616" y="909005"/>
                  </a:lnTo>
                  <a:lnTo>
                    <a:pt x="146740" y="943411"/>
                  </a:lnTo>
                  <a:lnTo>
                    <a:pt x="178546" y="975598"/>
                  </a:lnTo>
                  <a:lnTo>
                    <a:pt x="212877" y="1005417"/>
                  </a:lnTo>
                  <a:lnTo>
                    <a:pt x="249576" y="1032723"/>
                  </a:lnTo>
                  <a:lnTo>
                    <a:pt x="288486" y="1057367"/>
                  </a:lnTo>
                  <a:lnTo>
                    <a:pt x="329451" y="1079203"/>
                  </a:lnTo>
                  <a:lnTo>
                    <a:pt x="372314" y="1098083"/>
                  </a:lnTo>
                  <a:lnTo>
                    <a:pt x="416917" y="1113861"/>
                  </a:lnTo>
                  <a:lnTo>
                    <a:pt x="463104" y="1126388"/>
                  </a:lnTo>
                  <a:lnTo>
                    <a:pt x="510718" y="1135519"/>
                  </a:lnTo>
                  <a:lnTo>
                    <a:pt x="559602" y="1141105"/>
                  </a:lnTo>
                  <a:lnTo>
                    <a:pt x="609600" y="1143000"/>
                  </a:lnTo>
                  <a:lnTo>
                    <a:pt x="659597" y="1141105"/>
                  </a:lnTo>
                  <a:lnTo>
                    <a:pt x="708481" y="1135519"/>
                  </a:lnTo>
                  <a:lnTo>
                    <a:pt x="756095" y="1126388"/>
                  </a:lnTo>
                  <a:lnTo>
                    <a:pt x="802282" y="1113861"/>
                  </a:lnTo>
                  <a:lnTo>
                    <a:pt x="846885" y="1098083"/>
                  </a:lnTo>
                  <a:lnTo>
                    <a:pt x="889748" y="1079203"/>
                  </a:lnTo>
                  <a:lnTo>
                    <a:pt x="930713" y="1057367"/>
                  </a:lnTo>
                  <a:lnTo>
                    <a:pt x="969623" y="1032723"/>
                  </a:lnTo>
                  <a:lnTo>
                    <a:pt x="1006322" y="1005417"/>
                  </a:lnTo>
                  <a:lnTo>
                    <a:pt x="1040653" y="975598"/>
                  </a:lnTo>
                  <a:lnTo>
                    <a:pt x="1072459" y="943411"/>
                  </a:lnTo>
                  <a:lnTo>
                    <a:pt x="1101583" y="909005"/>
                  </a:lnTo>
                  <a:lnTo>
                    <a:pt x="1127868" y="872525"/>
                  </a:lnTo>
                  <a:lnTo>
                    <a:pt x="1151158" y="834121"/>
                  </a:lnTo>
                  <a:lnTo>
                    <a:pt x="1171295" y="793938"/>
                  </a:lnTo>
                  <a:lnTo>
                    <a:pt x="1188122" y="752124"/>
                  </a:lnTo>
                  <a:lnTo>
                    <a:pt x="1201483" y="708826"/>
                  </a:lnTo>
                  <a:lnTo>
                    <a:pt x="1211221" y="664191"/>
                  </a:lnTo>
                  <a:lnTo>
                    <a:pt x="1217179" y="618367"/>
                  </a:lnTo>
                  <a:lnTo>
                    <a:pt x="1219200" y="571500"/>
                  </a:lnTo>
                  <a:lnTo>
                    <a:pt x="1217179" y="524632"/>
                  </a:lnTo>
                  <a:lnTo>
                    <a:pt x="1211221" y="478808"/>
                  </a:lnTo>
                  <a:lnTo>
                    <a:pt x="1201483" y="434173"/>
                  </a:lnTo>
                  <a:lnTo>
                    <a:pt x="1188122" y="390875"/>
                  </a:lnTo>
                  <a:lnTo>
                    <a:pt x="1171295" y="349061"/>
                  </a:lnTo>
                  <a:lnTo>
                    <a:pt x="1151158" y="308878"/>
                  </a:lnTo>
                  <a:lnTo>
                    <a:pt x="1127868" y="270474"/>
                  </a:lnTo>
                  <a:lnTo>
                    <a:pt x="1101583" y="233994"/>
                  </a:lnTo>
                  <a:lnTo>
                    <a:pt x="1072459" y="199588"/>
                  </a:lnTo>
                  <a:lnTo>
                    <a:pt x="1040653" y="167401"/>
                  </a:lnTo>
                  <a:lnTo>
                    <a:pt x="1006322" y="137582"/>
                  </a:lnTo>
                  <a:lnTo>
                    <a:pt x="969623" y="110276"/>
                  </a:lnTo>
                  <a:lnTo>
                    <a:pt x="930713" y="85632"/>
                  </a:lnTo>
                  <a:lnTo>
                    <a:pt x="889748" y="63796"/>
                  </a:lnTo>
                  <a:lnTo>
                    <a:pt x="846885" y="44916"/>
                  </a:lnTo>
                  <a:lnTo>
                    <a:pt x="802282" y="29138"/>
                  </a:lnTo>
                  <a:lnTo>
                    <a:pt x="756095" y="16611"/>
                  </a:lnTo>
                  <a:lnTo>
                    <a:pt x="708481" y="7480"/>
                  </a:lnTo>
                  <a:lnTo>
                    <a:pt x="659597" y="189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796783" y="2747772"/>
              <a:ext cx="1219200" cy="1143000"/>
            </a:xfrm>
            <a:custGeom>
              <a:avLst/>
              <a:gdLst/>
              <a:ahLst/>
              <a:cxnLst/>
              <a:rect l="l" t="t" r="r" b="b"/>
              <a:pathLst>
                <a:path w="1219200" h="1143000">
                  <a:moveTo>
                    <a:pt x="0" y="571500"/>
                  </a:moveTo>
                  <a:lnTo>
                    <a:pt x="2020" y="524632"/>
                  </a:lnTo>
                  <a:lnTo>
                    <a:pt x="7978" y="478808"/>
                  </a:lnTo>
                  <a:lnTo>
                    <a:pt x="17716" y="434173"/>
                  </a:lnTo>
                  <a:lnTo>
                    <a:pt x="31077" y="390875"/>
                  </a:lnTo>
                  <a:lnTo>
                    <a:pt x="47904" y="349061"/>
                  </a:lnTo>
                  <a:lnTo>
                    <a:pt x="68041" y="308878"/>
                  </a:lnTo>
                  <a:lnTo>
                    <a:pt x="91331" y="270474"/>
                  </a:lnTo>
                  <a:lnTo>
                    <a:pt x="117616" y="233994"/>
                  </a:lnTo>
                  <a:lnTo>
                    <a:pt x="146740" y="199588"/>
                  </a:lnTo>
                  <a:lnTo>
                    <a:pt x="178546" y="167401"/>
                  </a:lnTo>
                  <a:lnTo>
                    <a:pt x="212877" y="137582"/>
                  </a:lnTo>
                  <a:lnTo>
                    <a:pt x="249576" y="110276"/>
                  </a:lnTo>
                  <a:lnTo>
                    <a:pt x="288486" y="85632"/>
                  </a:lnTo>
                  <a:lnTo>
                    <a:pt x="329451" y="63796"/>
                  </a:lnTo>
                  <a:lnTo>
                    <a:pt x="372314" y="44916"/>
                  </a:lnTo>
                  <a:lnTo>
                    <a:pt x="416917" y="29138"/>
                  </a:lnTo>
                  <a:lnTo>
                    <a:pt x="463104" y="16611"/>
                  </a:lnTo>
                  <a:lnTo>
                    <a:pt x="510718" y="7480"/>
                  </a:lnTo>
                  <a:lnTo>
                    <a:pt x="559602" y="1894"/>
                  </a:lnTo>
                  <a:lnTo>
                    <a:pt x="609600" y="0"/>
                  </a:lnTo>
                  <a:lnTo>
                    <a:pt x="659597" y="1894"/>
                  </a:lnTo>
                  <a:lnTo>
                    <a:pt x="708481" y="7480"/>
                  </a:lnTo>
                  <a:lnTo>
                    <a:pt x="756095" y="16611"/>
                  </a:lnTo>
                  <a:lnTo>
                    <a:pt x="802282" y="29138"/>
                  </a:lnTo>
                  <a:lnTo>
                    <a:pt x="846885" y="44916"/>
                  </a:lnTo>
                  <a:lnTo>
                    <a:pt x="889748" y="63796"/>
                  </a:lnTo>
                  <a:lnTo>
                    <a:pt x="930713" y="85632"/>
                  </a:lnTo>
                  <a:lnTo>
                    <a:pt x="969623" y="110276"/>
                  </a:lnTo>
                  <a:lnTo>
                    <a:pt x="1006322" y="137582"/>
                  </a:lnTo>
                  <a:lnTo>
                    <a:pt x="1040653" y="167401"/>
                  </a:lnTo>
                  <a:lnTo>
                    <a:pt x="1072459" y="199588"/>
                  </a:lnTo>
                  <a:lnTo>
                    <a:pt x="1101583" y="233994"/>
                  </a:lnTo>
                  <a:lnTo>
                    <a:pt x="1127868" y="270474"/>
                  </a:lnTo>
                  <a:lnTo>
                    <a:pt x="1151158" y="308878"/>
                  </a:lnTo>
                  <a:lnTo>
                    <a:pt x="1171295" y="349061"/>
                  </a:lnTo>
                  <a:lnTo>
                    <a:pt x="1188122" y="390875"/>
                  </a:lnTo>
                  <a:lnTo>
                    <a:pt x="1201483" y="434173"/>
                  </a:lnTo>
                  <a:lnTo>
                    <a:pt x="1211221" y="478808"/>
                  </a:lnTo>
                  <a:lnTo>
                    <a:pt x="1217179" y="524632"/>
                  </a:lnTo>
                  <a:lnTo>
                    <a:pt x="1219200" y="571500"/>
                  </a:lnTo>
                  <a:lnTo>
                    <a:pt x="1217179" y="618367"/>
                  </a:lnTo>
                  <a:lnTo>
                    <a:pt x="1211221" y="664191"/>
                  </a:lnTo>
                  <a:lnTo>
                    <a:pt x="1201483" y="708826"/>
                  </a:lnTo>
                  <a:lnTo>
                    <a:pt x="1188122" y="752124"/>
                  </a:lnTo>
                  <a:lnTo>
                    <a:pt x="1171295" y="793938"/>
                  </a:lnTo>
                  <a:lnTo>
                    <a:pt x="1151158" y="834121"/>
                  </a:lnTo>
                  <a:lnTo>
                    <a:pt x="1127868" y="872525"/>
                  </a:lnTo>
                  <a:lnTo>
                    <a:pt x="1101583" y="909005"/>
                  </a:lnTo>
                  <a:lnTo>
                    <a:pt x="1072459" y="943411"/>
                  </a:lnTo>
                  <a:lnTo>
                    <a:pt x="1040653" y="975598"/>
                  </a:lnTo>
                  <a:lnTo>
                    <a:pt x="1006322" y="1005417"/>
                  </a:lnTo>
                  <a:lnTo>
                    <a:pt x="969623" y="1032723"/>
                  </a:lnTo>
                  <a:lnTo>
                    <a:pt x="930713" y="1057367"/>
                  </a:lnTo>
                  <a:lnTo>
                    <a:pt x="889748" y="1079203"/>
                  </a:lnTo>
                  <a:lnTo>
                    <a:pt x="846885" y="1098083"/>
                  </a:lnTo>
                  <a:lnTo>
                    <a:pt x="802282" y="1113861"/>
                  </a:lnTo>
                  <a:lnTo>
                    <a:pt x="756095" y="1126388"/>
                  </a:lnTo>
                  <a:lnTo>
                    <a:pt x="708481" y="1135519"/>
                  </a:lnTo>
                  <a:lnTo>
                    <a:pt x="659597" y="1141105"/>
                  </a:lnTo>
                  <a:lnTo>
                    <a:pt x="609600" y="1143000"/>
                  </a:lnTo>
                  <a:lnTo>
                    <a:pt x="559602" y="1141105"/>
                  </a:lnTo>
                  <a:lnTo>
                    <a:pt x="510718" y="1135519"/>
                  </a:lnTo>
                  <a:lnTo>
                    <a:pt x="463104" y="1126388"/>
                  </a:lnTo>
                  <a:lnTo>
                    <a:pt x="416917" y="1113861"/>
                  </a:lnTo>
                  <a:lnTo>
                    <a:pt x="372314" y="1098083"/>
                  </a:lnTo>
                  <a:lnTo>
                    <a:pt x="329451" y="1079203"/>
                  </a:lnTo>
                  <a:lnTo>
                    <a:pt x="288486" y="1057367"/>
                  </a:lnTo>
                  <a:lnTo>
                    <a:pt x="249576" y="1032723"/>
                  </a:lnTo>
                  <a:lnTo>
                    <a:pt x="212877" y="1005417"/>
                  </a:lnTo>
                  <a:lnTo>
                    <a:pt x="178546" y="975598"/>
                  </a:lnTo>
                  <a:lnTo>
                    <a:pt x="146740" y="943411"/>
                  </a:lnTo>
                  <a:lnTo>
                    <a:pt x="117616" y="909005"/>
                  </a:lnTo>
                  <a:lnTo>
                    <a:pt x="91331" y="872525"/>
                  </a:lnTo>
                  <a:lnTo>
                    <a:pt x="68041" y="834121"/>
                  </a:lnTo>
                  <a:lnTo>
                    <a:pt x="47904" y="793938"/>
                  </a:lnTo>
                  <a:lnTo>
                    <a:pt x="31077" y="752124"/>
                  </a:lnTo>
                  <a:lnTo>
                    <a:pt x="17716" y="708826"/>
                  </a:lnTo>
                  <a:lnTo>
                    <a:pt x="7978" y="664191"/>
                  </a:lnTo>
                  <a:lnTo>
                    <a:pt x="2020" y="618367"/>
                  </a:lnTo>
                  <a:lnTo>
                    <a:pt x="0" y="5715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7828280" y="2981325"/>
            <a:ext cx="1114425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-254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Penerima menciptakan makna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7844028" y="1671827"/>
            <a:ext cx="923925" cy="1000125"/>
            <a:chOff x="7844028" y="1671827"/>
            <a:chExt cx="923925" cy="1000125"/>
          </a:xfrm>
        </p:grpSpPr>
        <p:sp>
          <p:nvSpPr>
            <p:cNvPr id="49" name="object 49" descr=""/>
            <p:cNvSpPr/>
            <p:nvPr/>
          </p:nvSpPr>
          <p:spPr>
            <a:xfrm>
              <a:off x="7848600" y="1676399"/>
              <a:ext cx="914400" cy="990600"/>
            </a:xfrm>
            <a:custGeom>
              <a:avLst/>
              <a:gdLst/>
              <a:ahLst/>
              <a:cxnLst/>
              <a:rect l="l" t="t" r="r" b="b"/>
              <a:pathLst>
                <a:path w="914400" h="990600">
                  <a:moveTo>
                    <a:pt x="399669" y="0"/>
                  </a:moveTo>
                  <a:lnTo>
                    <a:pt x="0" y="0"/>
                  </a:lnTo>
                  <a:lnTo>
                    <a:pt x="0" y="296925"/>
                  </a:lnTo>
                  <a:lnTo>
                    <a:pt x="399669" y="296925"/>
                  </a:lnTo>
                  <a:lnTo>
                    <a:pt x="427933" y="304133"/>
                  </a:lnTo>
                  <a:lnTo>
                    <a:pt x="476783" y="356888"/>
                  </a:lnTo>
                  <a:lnTo>
                    <a:pt x="495883" y="399165"/>
                  </a:lnTo>
                  <a:lnTo>
                    <a:pt x="510445" y="449862"/>
                  </a:lnTo>
                  <a:lnTo>
                    <a:pt x="519727" y="507344"/>
                  </a:lnTo>
                  <a:lnTo>
                    <a:pt x="522985" y="569976"/>
                  </a:lnTo>
                  <a:lnTo>
                    <a:pt x="522985" y="693674"/>
                  </a:lnTo>
                  <a:lnTo>
                    <a:pt x="399669" y="693674"/>
                  </a:lnTo>
                  <a:lnTo>
                    <a:pt x="657098" y="990600"/>
                  </a:lnTo>
                  <a:lnTo>
                    <a:pt x="914400" y="693674"/>
                  </a:lnTo>
                  <a:lnTo>
                    <a:pt x="791082" y="693674"/>
                  </a:lnTo>
                  <a:lnTo>
                    <a:pt x="791082" y="569976"/>
                  </a:lnTo>
                  <a:lnTo>
                    <a:pt x="789291" y="515076"/>
                  </a:lnTo>
                  <a:lnTo>
                    <a:pt x="784024" y="461655"/>
                  </a:lnTo>
                  <a:lnTo>
                    <a:pt x="775447" y="409950"/>
                  </a:lnTo>
                  <a:lnTo>
                    <a:pt x="763724" y="360200"/>
                  </a:lnTo>
                  <a:lnTo>
                    <a:pt x="749018" y="312645"/>
                  </a:lnTo>
                  <a:lnTo>
                    <a:pt x="731495" y="267522"/>
                  </a:lnTo>
                  <a:lnTo>
                    <a:pt x="711317" y="225071"/>
                  </a:lnTo>
                  <a:lnTo>
                    <a:pt x="688650" y="185530"/>
                  </a:lnTo>
                  <a:lnTo>
                    <a:pt x="663656" y="149137"/>
                  </a:lnTo>
                  <a:lnTo>
                    <a:pt x="636501" y="116133"/>
                  </a:lnTo>
                  <a:lnTo>
                    <a:pt x="607348" y="86754"/>
                  </a:lnTo>
                  <a:lnTo>
                    <a:pt x="576361" y="61240"/>
                  </a:lnTo>
                  <a:lnTo>
                    <a:pt x="543705" y="39830"/>
                  </a:lnTo>
                  <a:lnTo>
                    <a:pt x="509544" y="22762"/>
                  </a:lnTo>
                  <a:lnTo>
                    <a:pt x="437361" y="2608"/>
                  </a:lnTo>
                  <a:lnTo>
                    <a:pt x="39966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848600" y="1676399"/>
              <a:ext cx="914400" cy="990600"/>
            </a:xfrm>
            <a:custGeom>
              <a:avLst/>
              <a:gdLst/>
              <a:ahLst/>
              <a:cxnLst/>
              <a:rect l="l" t="t" r="r" b="b"/>
              <a:pathLst>
                <a:path w="914400" h="990600">
                  <a:moveTo>
                    <a:pt x="657098" y="990600"/>
                  </a:moveTo>
                  <a:lnTo>
                    <a:pt x="914400" y="693674"/>
                  </a:lnTo>
                  <a:lnTo>
                    <a:pt x="791082" y="693674"/>
                  </a:lnTo>
                  <a:lnTo>
                    <a:pt x="791082" y="569976"/>
                  </a:lnTo>
                  <a:lnTo>
                    <a:pt x="789291" y="515076"/>
                  </a:lnTo>
                  <a:lnTo>
                    <a:pt x="784024" y="461655"/>
                  </a:lnTo>
                  <a:lnTo>
                    <a:pt x="775447" y="409950"/>
                  </a:lnTo>
                  <a:lnTo>
                    <a:pt x="763724" y="360200"/>
                  </a:lnTo>
                  <a:lnTo>
                    <a:pt x="749018" y="312645"/>
                  </a:lnTo>
                  <a:lnTo>
                    <a:pt x="731495" y="267522"/>
                  </a:lnTo>
                  <a:lnTo>
                    <a:pt x="711317" y="225071"/>
                  </a:lnTo>
                  <a:lnTo>
                    <a:pt x="688650" y="185530"/>
                  </a:lnTo>
                  <a:lnTo>
                    <a:pt x="663656" y="149137"/>
                  </a:lnTo>
                  <a:lnTo>
                    <a:pt x="636501" y="116133"/>
                  </a:lnTo>
                  <a:lnTo>
                    <a:pt x="607348" y="86754"/>
                  </a:lnTo>
                  <a:lnTo>
                    <a:pt x="576361" y="61240"/>
                  </a:lnTo>
                  <a:lnTo>
                    <a:pt x="543705" y="39830"/>
                  </a:lnTo>
                  <a:lnTo>
                    <a:pt x="509544" y="22762"/>
                  </a:lnTo>
                  <a:lnTo>
                    <a:pt x="437361" y="2608"/>
                  </a:lnTo>
                  <a:lnTo>
                    <a:pt x="399669" y="0"/>
                  </a:lnTo>
                  <a:lnTo>
                    <a:pt x="0" y="0"/>
                  </a:lnTo>
                  <a:lnTo>
                    <a:pt x="0" y="296925"/>
                  </a:lnTo>
                  <a:lnTo>
                    <a:pt x="399669" y="296925"/>
                  </a:lnTo>
                  <a:lnTo>
                    <a:pt x="427933" y="304133"/>
                  </a:lnTo>
                  <a:lnTo>
                    <a:pt x="476783" y="356888"/>
                  </a:lnTo>
                  <a:lnTo>
                    <a:pt x="495883" y="399165"/>
                  </a:lnTo>
                  <a:lnTo>
                    <a:pt x="510445" y="449862"/>
                  </a:lnTo>
                  <a:lnTo>
                    <a:pt x="519727" y="507344"/>
                  </a:lnTo>
                  <a:lnTo>
                    <a:pt x="522985" y="569976"/>
                  </a:lnTo>
                  <a:lnTo>
                    <a:pt x="522985" y="693674"/>
                  </a:lnTo>
                  <a:lnTo>
                    <a:pt x="399669" y="693674"/>
                  </a:lnTo>
                  <a:lnTo>
                    <a:pt x="657098" y="990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556196" y="3965130"/>
            <a:ext cx="897890" cy="1039494"/>
            <a:chOff x="556196" y="3965130"/>
            <a:chExt cx="897890" cy="1039494"/>
          </a:xfrm>
        </p:grpSpPr>
        <p:sp>
          <p:nvSpPr>
            <p:cNvPr id="52" name="object 52" descr=""/>
            <p:cNvSpPr/>
            <p:nvPr/>
          </p:nvSpPr>
          <p:spPr>
            <a:xfrm>
              <a:off x="560958" y="3969892"/>
              <a:ext cx="888365" cy="1029969"/>
            </a:xfrm>
            <a:custGeom>
              <a:avLst/>
              <a:gdLst/>
              <a:ahLst/>
              <a:cxnLst/>
              <a:rect l="l" t="t" r="r" b="b"/>
              <a:pathLst>
                <a:path w="888365" h="1029970">
                  <a:moveTo>
                    <a:pt x="275361" y="0"/>
                  </a:moveTo>
                  <a:lnTo>
                    <a:pt x="0" y="280288"/>
                  </a:lnTo>
                  <a:lnTo>
                    <a:pt x="123024" y="288035"/>
                  </a:lnTo>
                  <a:lnTo>
                    <a:pt x="115303" y="411606"/>
                  </a:lnTo>
                  <a:lnTo>
                    <a:pt x="113668" y="466486"/>
                  </a:lnTo>
                  <a:lnTo>
                    <a:pt x="115592" y="520109"/>
                  </a:lnTo>
                  <a:lnTo>
                    <a:pt x="120928" y="572229"/>
                  </a:lnTo>
                  <a:lnTo>
                    <a:pt x="129525" y="622596"/>
                  </a:lnTo>
                  <a:lnTo>
                    <a:pt x="141236" y="670961"/>
                  </a:lnTo>
                  <a:lnTo>
                    <a:pt x="155912" y="717078"/>
                  </a:lnTo>
                  <a:lnTo>
                    <a:pt x="173402" y="760696"/>
                  </a:lnTo>
                  <a:lnTo>
                    <a:pt x="193560" y="801567"/>
                  </a:lnTo>
                  <a:lnTo>
                    <a:pt x="216235" y="839444"/>
                  </a:lnTo>
                  <a:lnTo>
                    <a:pt x="241279" y="874078"/>
                  </a:lnTo>
                  <a:lnTo>
                    <a:pt x="268542" y="905219"/>
                  </a:lnTo>
                  <a:lnTo>
                    <a:pt x="297877" y="932620"/>
                  </a:lnTo>
                  <a:lnTo>
                    <a:pt x="329135" y="956032"/>
                  </a:lnTo>
                  <a:lnTo>
                    <a:pt x="362165" y="975207"/>
                  </a:lnTo>
                  <a:lnTo>
                    <a:pt x="432950" y="999851"/>
                  </a:lnTo>
                  <a:lnTo>
                    <a:pt x="869315" y="1029715"/>
                  </a:lnTo>
                  <a:lnTo>
                    <a:pt x="887857" y="733424"/>
                  </a:lnTo>
                  <a:lnTo>
                    <a:pt x="488924" y="708405"/>
                  </a:lnTo>
                  <a:lnTo>
                    <a:pt x="461169" y="699464"/>
                  </a:lnTo>
                  <a:lnTo>
                    <a:pt x="415723" y="643764"/>
                  </a:lnTo>
                  <a:lnTo>
                    <a:pt x="399307" y="600373"/>
                  </a:lnTo>
                  <a:lnTo>
                    <a:pt x="387945" y="548867"/>
                  </a:lnTo>
                  <a:lnTo>
                    <a:pt x="382273" y="490929"/>
                  </a:lnTo>
                  <a:lnTo>
                    <a:pt x="382930" y="428243"/>
                  </a:lnTo>
                  <a:lnTo>
                    <a:pt x="390652" y="304799"/>
                  </a:lnTo>
                  <a:lnTo>
                    <a:pt x="513676" y="312419"/>
                  </a:lnTo>
                  <a:lnTo>
                    <a:pt x="27536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60958" y="3969892"/>
              <a:ext cx="888365" cy="1029969"/>
            </a:xfrm>
            <a:custGeom>
              <a:avLst/>
              <a:gdLst/>
              <a:ahLst/>
              <a:cxnLst/>
              <a:rect l="l" t="t" r="r" b="b"/>
              <a:pathLst>
                <a:path w="888365" h="1029970">
                  <a:moveTo>
                    <a:pt x="275361" y="0"/>
                  </a:moveTo>
                  <a:lnTo>
                    <a:pt x="0" y="280288"/>
                  </a:lnTo>
                  <a:lnTo>
                    <a:pt x="123024" y="288035"/>
                  </a:lnTo>
                  <a:lnTo>
                    <a:pt x="115303" y="411606"/>
                  </a:lnTo>
                  <a:lnTo>
                    <a:pt x="113668" y="466486"/>
                  </a:lnTo>
                  <a:lnTo>
                    <a:pt x="115592" y="520109"/>
                  </a:lnTo>
                  <a:lnTo>
                    <a:pt x="120928" y="572229"/>
                  </a:lnTo>
                  <a:lnTo>
                    <a:pt x="129525" y="622596"/>
                  </a:lnTo>
                  <a:lnTo>
                    <a:pt x="141236" y="670961"/>
                  </a:lnTo>
                  <a:lnTo>
                    <a:pt x="155912" y="717078"/>
                  </a:lnTo>
                  <a:lnTo>
                    <a:pt x="173402" y="760696"/>
                  </a:lnTo>
                  <a:lnTo>
                    <a:pt x="193560" y="801567"/>
                  </a:lnTo>
                  <a:lnTo>
                    <a:pt x="216235" y="839444"/>
                  </a:lnTo>
                  <a:lnTo>
                    <a:pt x="241279" y="874078"/>
                  </a:lnTo>
                  <a:lnTo>
                    <a:pt x="268542" y="905219"/>
                  </a:lnTo>
                  <a:lnTo>
                    <a:pt x="297877" y="932620"/>
                  </a:lnTo>
                  <a:lnTo>
                    <a:pt x="329135" y="956032"/>
                  </a:lnTo>
                  <a:lnTo>
                    <a:pt x="362165" y="975207"/>
                  </a:lnTo>
                  <a:lnTo>
                    <a:pt x="432950" y="999851"/>
                  </a:lnTo>
                  <a:lnTo>
                    <a:pt x="869315" y="1029715"/>
                  </a:lnTo>
                  <a:lnTo>
                    <a:pt x="887857" y="733424"/>
                  </a:lnTo>
                  <a:lnTo>
                    <a:pt x="488924" y="708405"/>
                  </a:lnTo>
                  <a:lnTo>
                    <a:pt x="461169" y="699464"/>
                  </a:lnTo>
                  <a:lnTo>
                    <a:pt x="415723" y="643764"/>
                  </a:lnTo>
                  <a:lnTo>
                    <a:pt x="399307" y="600373"/>
                  </a:lnTo>
                  <a:lnTo>
                    <a:pt x="387945" y="548867"/>
                  </a:lnTo>
                  <a:lnTo>
                    <a:pt x="382273" y="490929"/>
                  </a:lnTo>
                  <a:lnTo>
                    <a:pt x="382930" y="428243"/>
                  </a:lnTo>
                  <a:lnTo>
                    <a:pt x="390652" y="304799"/>
                  </a:lnTo>
                  <a:lnTo>
                    <a:pt x="513676" y="312419"/>
                  </a:lnTo>
                  <a:lnTo>
                    <a:pt x="27536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/>
          <p:nvPr/>
        </p:nvSpPr>
        <p:spPr>
          <a:xfrm>
            <a:off x="4495800" y="4762500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4572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457200" h="76200">
                <a:moveTo>
                  <a:pt x="4572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457200" y="44450"/>
                </a:lnTo>
                <a:lnTo>
                  <a:pt x="4572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" name="object 55" descr=""/>
          <p:cNvGrpSpPr/>
          <p:nvPr/>
        </p:nvGrpSpPr>
        <p:grpSpPr>
          <a:xfrm>
            <a:off x="4948554" y="3652011"/>
            <a:ext cx="3743325" cy="1457960"/>
            <a:chOff x="4948554" y="3652011"/>
            <a:chExt cx="3743325" cy="1457960"/>
          </a:xfrm>
        </p:grpSpPr>
        <p:sp>
          <p:nvSpPr>
            <p:cNvPr id="56" name="object 56" descr=""/>
            <p:cNvSpPr/>
            <p:nvPr/>
          </p:nvSpPr>
          <p:spPr>
            <a:xfrm>
              <a:off x="7848600" y="4038599"/>
              <a:ext cx="838200" cy="1066800"/>
            </a:xfrm>
            <a:custGeom>
              <a:avLst/>
              <a:gdLst/>
              <a:ahLst/>
              <a:cxnLst/>
              <a:rect l="l" t="t" r="r" b="b"/>
              <a:pathLst>
                <a:path w="838200" h="1066800">
                  <a:moveTo>
                    <a:pt x="838200" y="0"/>
                  </a:moveTo>
                  <a:lnTo>
                    <a:pt x="586994" y="0"/>
                  </a:lnTo>
                  <a:lnTo>
                    <a:pt x="586994" y="466344"/>
                  </a:lnTo>
                  <a:lnTo>
                    <a:pt x="578745" y="504553"/>
                  </a:lnTo>
                  <a:lnTo>
                    <a:pt x="555465" y="538893"/>
                  </a:lnTo>
                  <a:lnTo>
                    <a:pt x="519350" y="567991"/>
                  </a:lnTo>
                  <a:lnTo>
                    <a:pt x="472599" y="590474"/>
                  </a:lnTo>
                  <a:lnTo>
                    <a:pt x="417410" y="604970"/>
                  </a:lnTo>
                  <a:lnTo>
                    <a:pt x="355980" y="610107"/>
                  </a:lnTo>
                  <a:lnTo>
                    <a:pt x="251205" y="610107"/>
                  </a:lnTo>
                  <a:lnTo>
                    <a:pt x="251205" y="466344"/>
                  </a:lnTo>
                  <a:lnTo>
                    <a:pt x="0" y="766572"/>
                  </a:lnTo>
                  <a:lnTo>
                    <a:pt x="251205" y="1066800"/>
                  </a:lnTo>
                  <a:lnTo>
                    <a:pt x="251205" y="923036"/>
                  </a:lnTo>
                  <a:lnTo>
                    <a:pt x="355980" y="923036"/>
                  </a:lnTo>
                  <a:lnTo>
                    <a:pt x="405284" y="920678"/>
                  </a:lnTo>
                  <a:lnTo>
                    <a:pt x="453164" y="913757"/>
                  </a:lnTo>
                  <a:lnTo>
                    <a:pt x="499376" y="902503"/>
                  </a:lnTo>
                  <a:lnTo>
                    <a:pt x="543681" y="887146"/>
                  </a:lnTo>
                  <a:lnTo>
                    <a:pt x="585833" y="867915"/>
                  </a:lnTo>
                  <a:lnTo>
                    <a:pt x="625592" y="845039"/>
                  </a:lnTo>
                  <a:lnTo>
                    <a:pt x="662715" y="818749"/>
                  </a:lnTo>
                  <a:lnTo>
                    <a:pt x="696960" y="789273"/>
                  </a:lnTo>
                  <a:lnTo>
                    <a:pt x="728083" y="756841"/>
                  </a:lnTo>
                  <a:lnTo>
                    <a:pt x="755843" y="721683"/>
                  </a:lnTo>
                  <a:lnTo>
                    <a:pt x="779998" y="684029"/>
                  </a:lnTo>
                  <a:lnTo>
                    <a:pt x="800304" y="644108"/>
                  </a:lnTo>
                  <a:lnTo>
                    <a:pt x="816520" y="602149"/>
                  </a:lnTo>
                  <a:lnTo>
                    <a:pt x="828402" y="558382"/>
                  </a:lnTo>
                  <a:lnTo>
                    <a:pt x="835710" y="513037"/>
                  </a:lnTo>
                  <a:lnTo>
                    <a:pt x="838200" y="466344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848600" y="4038599"/>
              <a:ext cx="838200" cy="1066800"/>
            </a:xfrm>
            <a:custGeom>
              <a:avLst/>
              <a:gdLst/>
              <a:ahLst/>
              <a:cxnLst/>
              <a:rect l="l" t="t" r="r" b="b"/>
              <a:pathLst>
                <a:path w="838200" h="1066800">
                  <a:moveTo>
                    <a:pt x="0" y="766572"/>
                  </a:moveTo>
                  <a:lnTo>
                    <a:pt x="251205" y="1066800"/>
                  </a:lnTo>
                  <a:lnTo>
                    <a:pt x="251205" y="923036"/>
                  </a:lnTo>
                  <a:lnTo>
                    <a:pt x="355980" y="923036"/>
                  </a:lnTo>
                  <a:lnTo>
                    <a:pt x="405284" y="920678"/>
                  </a:lnTo>
                  <a:lnTo>
                    <a:pt x="453164" y="913757"/>
                  </a:lnTo>
                  <a:lnTo>
                    <a:pt x="499376" y="902503"/>
                  </a:lnTo>
                  <a:lnTo>
                    <a:pt x="543681" y="887146"/>
                  </a:lnTo>
                  <a:lnTo>
                    <a:pt x="585833" y="867915"/>
                  </a:lnTo>
                  <a:lnTo>
                    <a:pt x="625592" y="845039"/>
                  </a:lnTo>
                  <a:lnTo>
                    <a:pt x="662715" y="818749"/>
                  </a:lnTo>
                  <a:lnTo>
                    <a:pt x="696960" y="789273"/>
                  </a:lnTo>
                  <a:lnTo>
                    <a:pt x="728083" y="756841"/>
                  </a:lnTo>
                  <a:lnTo>
                    <a:pt x="755843" y="721683"/>
                  </a:lnTo>
                  <a:lnTo>
                    <a:pt x="779998" y="684029"/>
                  </a:lnTo>
                  <a:lnTo>
                    <a:pt x="800304" y="644108"/>
                  </a:lnTo>
                  <a:lnTo>
                    <a:pt x="816520" y="602149"/>
                  </a:lnTo>
                  <a:lnTo>
                    <a:pt x="828402" y="558382"/>
                  </a:lnTo>
                  <a:lnTo>
                    <a:pt x="835710" y="513037"/>
                  </a:lnTo>
                  <a:lnTo>
                    <a:pt x="838200" y="466344"/>
                  </a:lnTo>
                  <a:lnTo>
                    <a:pt x="838200" y="0"/>
                  </a:lnTo>
                  <a:lnTo>
                    <a:pt x="586994" y="0"/>
                  </a:lnTo>
                  <a:lnTo>
                    <a:pt x="586994" y="466344"/>
                  </a:lnTo>
                  <a:lnTo>
                    <a:pt x="578745" y="504553"/>
                  </a:lnTo>
                  <a:lnTo>
                    <a:pt x="555465" y="538893"/>
                  </a:lnTo>
                  <a:lnTo>
                    <a:pt x="519350" y="567991"/>
                  </a:lnTo>
                  <a:lnTo>
                    <a:pt x="472599" y="590474"/>
                  </a:lnTo>
                  <a:lnTo>
                    <a:pt x="417410" y="604970"/>
                  </a:lnTo>
                  <a:lnTo>
                    <a:pt x="355980" y="610107"/>
                  </a:lnTo>
                  <a:lnTo>
                    <a:pt x="251205" y="610107"/>
                  </a:lnTo>
                  <a:lnTo>
                    <a:pt x="251205" y="466344"/>
                  </a:lnTo>
                  <a:lnTo>
                    <a:pt x="0" y="76657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948555" y="3652011"/>
              <a:ext cx="1757045" cy="1144270"/>
            </a:xfrm>
            <a:custGeom>
              <a:avLst/>
              <a:gdLst/>
              <a:ahLst/>
              <a:cxnLst/>
              <a:rect l="l" t="t" r="r" b="b"/>
              <a:pathLst>
                <a:path w="1757045" h="1144270">
                  <a:moveTo>
                    <a:pt x="309245" y="615188"/>
                  </a:moveTo>
                  <a:lnTo>
                    <a:pt x="295783" y="574802"/>
                  </a:lnTo>
                  <a:lnTo>
                    <a:pt x="282321" y="534416"/>
                  </a:lnTo>
                  <a:lnTo>
                    <a:pt x="259892" y="556844"/>
                  </a:lnTo>
                  <a:lnTo>
                    <a:pt x="8890" y="305943"/>
                  </a:lnTo>
                  <a:lnTo>
                    <a:pt x="0" y="314833"/>
                  </a:lnTo>
                  <a:lnTo>
                    <a:pt x="250888" y="565848"/>
                  </a:lnTo>
                  <a:lnTo>
                    <a:pt x="228473" y="588264"/>
                  </a:lnTo>
                  <a:lnTo>
                    <a:pt x="309245" y="615188"/>
                  </a:lnTo>
                  <a:close/>
                </a:path>
                <a:path w="1757045" h="1144270">
                  <a:moveTo>
                    <a:pt x="1618361" y="1099566"/>
                  </a:moveTo>
                  <a:lnTo>
                    <a:pt x="1237361" y="1099566"/>
                  </a:lnTo>
                  <a:lnTo>
                    <a:pt x="1237361" y="1067816"/>
                  </a:lnTo>
                  <a:lnTo>
                    <a:pt x="1161161" y="1105916"/>
                  </a:lnTo>
                  <a:lnTo>
                    <a:pt x="1237361" y="1144016"/>
                  </a:lnTo>
                  <a:lnTo>
                    <a:pt x="1237361" y="1112266"/>
                  </a:lnTo>
                  <a:lnTo>
                    <a:pt x="1618361" y="1112266"/>
                  </a:lnTo>
                  <a:lnTo>
                    <a:pt x="1618361" y="1099566"/>
                  </a:lnTo>
                  <a:close/>
                </a:path>
                <a:path w="1757045" h="1144270">
                  <a:moveTo>
                    <a:pt x="1757045" y="691388"/>
                  </a:moveTo>
                  <a:lnTo>
                    <a:pt x="1739798" y="667258"/>
                  </a:lnTo>
                  <a:lnTo>
                    <a:pt x="1707515" y="622046"/>
                  </a:lnTo>
                  <a:lnTo>
                    <a:pt x="1692643" y="650100"/>
                  </a:lnTo>
                  <a:lnTo>
                    <a:pt x="464566" y="0"/>
                  </a:lnTo>
                  <a:lnTo>
                    <a:pt x="458724" y="11176"/>
                  </a:lnTo>
                  <a:lnTo>
                    <a:pt x="1686699" y="661289"/>
                  </a:lnTo>
                  <a:lnTo>
                    <a:pt x="1671815" y="689356"/>
                  </a:lnTo>
                  <a:lnTo>
                    <a:pt x="1757045" y="691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605027" y="1748027"/>
            <a:ext cx="6024880" cy="1381760"/>
            <a:chOff x="605027" y="1748027"/>
            <a:chExt cx="6024880" cy="1381760"/>
          </a:xfrm>
        </p:grpSpPr>
        <p:sp>
          <p:nvSpPr>
            <p:cNvPr id="60" name="object 60" descr=""/>
            <p:cNvSpPr/>
            <p:nvPr/>
          </p:nvSpPr>
          <p:spPr>
            <a:xfrm>
              <a:off x="609599" y="1752599"/>
              <a:ext cx="990600" cy="914400"/>
            </a:xfrm>
            <a:custGeom>
              <a:avLst/>
              <a:gdLst/>
              <a:ahLst/>
              <a:cxnLst/>
              <a:rect l="l" t="t" r="r" b="b"/>
              <a:pathLst>
                <a:path w="990600" h="914400">
                  <a:moveTo>
                    <a:pt x="693674" y="0"/>
                  </a:moveTo>
                  <a:lnTo>
                    <a:pt x="693674" y="123316"/>
                  </a:lnTo>
                  <a:lnTo>
                    <a:pt x="569912" y="123316"/>
                  </a:lnTo>
                  <a:lnTo>
                    <a:pt x="515027" y="125108"/>
                  </a:lnTo>
                  <a:lnTo>
                    <a:pt x="461618" y="130375"/>
                  </a:lnTo>
                  <a:lnTo>
                    <a:pt x="409924" y="138952"/>
                  </a:lnTo>
                  <a:lnTo>
                    <a:pt x="360183" y="150675"/>
                  </a:lnTo>
                  <a:lnTo>
                    <a:pt x="312634" y="165381"/>
                  </a:lnTo>
                  <a:lnTo>
                    <a:pt x="267516" y="182904"/>
                  </a:lnTo>
                  <a:lnTo>
                    <a:pt x="225069" y="203082"/>
                  </a:lnTo>
                  <a:lnTo>
                    <a:pt x="185530" y="225749"/>
                  </a:lnTo>
                  <a:lnTo>
                    <a:pt x="149140" y="250743"/>
                  </a:lnTo>
                  <a:lnTo>
                    <a:pt x="116136" y="277898"/>
                  </a:lnTo>
                  <a:lnTo>
                    <a:pt x="86757" y="307051"/>
                  </a:lnTo>
                  <a:lnTo>
                    <a:pt x="61243" y="338038"/>
                  </a:lnTo>
                  <a:lnTo>
                    <a:pt x="39832" y="370694"/>
                  </a:lnTo>
                  <a:lnTo>
                    <a:pt x="22764" y="404855"/>
                  </a:lnTo>
                  <a:lnTo>
                    <a:pt x="2608" y="477038"/>
                  </a:lnTo>
                  <a:lnTo>
                    <a:pt x="0" y="514730"/>
                  </a:lnTo>
                  <a:lnTo>
                    <a:pt x="0" y="914400"/>
                  </a:lnTo>
                  <a:lnTo>
                    <a:pt x="296900" y="914400"/>
                  </a:lnTo>
                  <a:lnTo>
                    <a:pt x="296900" y="514730"/>
                  </a:lnTo>
                  <a:lnTo>
                    <a:pt x="304110" y="486466"/>
                  </a:lnTo>
                  <a:lnTo>
                    <a:pt x="356876" y="437616"/>
                  </a:lnTo>
                  <a:lnTo>
                    <a:pt x="399154" y="418516"/>
                  </a:lnTo>
                  <a:lnTo>
                    <a:pt x="449845" y="403954"/>
                  </a:lnTo>
                  <a:lnTo>
                    <a:pt x="507311" y="394672"/>
                  </a:lnTo>
                  <a:lnTo>
                    <a:pt x="569912" y="391413"/>
                  </a:lnTo>
                  <a:lnTo>
                    <a:pt x="693674" y="391413"/>
                  </a:lnTo>
                  <a:lnTo>
                    <a:pt x="693674" y="514730"/>
                  </a:lnTo>
                  <a:lnTo>
                    <a:pt x="990600" y="257301"/>
                  </a:lnTo>
                  <a:lnTo>
                    <a:pt x="69367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09599" y="1752599"/>
              <a:ext cx="990600" cy="914400"/>
            </a:xfrm>
            <a:custGeom>
              <a:avLst/>
              <a:gdLst/>
              <a:ahLst/>
              <a:cxnLst/>
              <a:rect l="l" t="t" r="r" b="b"/>
              <a:pathLst>
                <a:path w="990600" h="914400">
                  <a:moveTo>
                    <a:pt x="990600" y="257301"/>
                  </a:moveTo>
                  <a:lnTo>
                    <a:pt x="693674" y="0"/>
                  </a:lnTo>
                  <a:lnTo>
                    <a:pt x="693674" y="123316"/>
                  </a:lnTo>
                  <a:lnTo>
                    <a:pt x="569912" y="123316"/>
                  </a:lnTo>
                  <a:lnTo>
                    <a:pt x="515027" y="125108"/>
                  </a:lnTo>
                  <a:lnTo>
                    <a:pt x="461618" y="130375"/>
                  </a:lnTo>
                  <a:lnTo>
                    <a:pt x="409924" y="138952"/>
                  </a:lnTo>
                  <a:lnTo>
                    <a:pt x="360183" y="150675"/>
                  </a:lnTo>
                  <a:lnTo>
                    <a:pt x="312634" y="165381"/>
                  </a:lnTo>
                  <a:lnTo>
                    <a:pt x="267516" y="182904"/>
                  </a:lnTo>
                  <a:lnTo>
                    <a:pt x="225069" y="203082"/>
                  </a:lnTo>
                  <a:lnTo>
                    <a:pt x="185530" y="225749"/>
                  </a:lnTo>
                  <a:lnTo>
                    <a:pt x="149140" y="250743"/>
                  </a:lnTo>
                  <a:lnTo>
                    <a:pt x="116136" y="277898"/>
                  </a:lnTo>
                  <a:lnTo>
                    <a:pt x="86757" y="307051"/>
                  </a:lnTo>
                  <a:lnTo>
                    <a:pt x="61243" y="338038"/>
                  </a:lnTo>
                  <a:lnTo>
                    <a:pt x="39832" y="370694"/>
                  </a:lnTo>
                  <a:lnTo>
                    <a:pt x="22764" y="404855"/>
                  </a:lnTo>
                  <a:lnTo>
                    <a:pt x="2608" y="477038"/>
                  </a:lnTo>
                  <a:lnTo>
                    <a:pt x="0" y="514730"/>
                  </a:lnTo>
                  <a:lnTo>
                    <a:pt x="0" y="914400"/>
                  </a:lnTo>
                  <a:lnTo>
                    <a:pt x="296900" y="914400"/>
                  </a:lnTo>
                  <a:lnTo>
                    <a:pt x="296900" y="514730"/>
                  </a:lnTo>
                  <a:lnTo>
                    <a:pt x="304110" y="486466"/>
                  </a:lnTo>
                  <a:lnTo>
                    <a:pt x="356876" y="437616"/>
                  </a:lnTo>
                  <a:lnTo>
                    <a:pt x="399154" y="418516"/>
                  </a:lnTo>
                  <a:lnTo>
                    <a:pt x="449845" y="403954"/>
                  </a:lnTo>
                  <a:lnTo>
                    <a:pt x="507311" y="394672"/>
                  </a:lnTo>
                  <a:lnTo>
                    <a:pt x="569912" y="391413"/>
                  </a:lnTo>
                  <a:lnTo>
                    <a:pt x="693674" y="391413"/>
                  </a:lnTo>
                  <a:lnTo>
                    <a:pt x="693674" y="514730"/>
                  </a:lnTo>
                  <a:lnTo>
                    <a:pt x="990600" y="25730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667000" y="1866899"/>
              <a:ext cx="3962400" cy="1263015"/>
            </a:xfrm>
            <a:custGeom>
              <a:avLst/>
              <a:gdLst/>
              <a:ahLst/>
              <a:cxnLst/>
              <a:rect l="l" t="t" r="r" b="b"/>
              <a:pathLst>
                <a:path w="3962400" h="1263014">
                  <a:moveTo>
                    <a:pt x="614172" y="38100"/>
                  </a:moveTo>
                  <a:lnTo>
                    <a:pt x="601472" y="31750"/>
                  </a:lnTo>
                  <a:lnTo>
                    <a:pt x="537972" y="0"/>
                  </a:lnTo>
                  <a:lnTo>
                    <a:pt x="537972" y="31750"/>
                  </a:lnTo>
                  <a:lnTo>
                    <a:pt x="233172" y="31750"/>
                  </a:lnTo>
                  <a:lnTo>
                    <a:pt x="233172" y="44450"/>
                  </a:lnTo>
                  <a:lnTo>
                    <a:pt x="537972" y="44450"/>
                  </a:lnTo>
                  <a:lnTo>
                    <a:pt x="537972" y="76200"/>
                  </a:lnTo>
                  <a:lnTo>
                    <a:pt x="601472" y="44450"/>
                  </a:lnTo>
                  <a:lnTo>
                    <a:pt x="614172" y="38100"/>
                  </a:lnTo>
                  <a:close/>
                </a:path>
                <a:path w="3962400" h="1263014">
                  <a:moveTo>
                    <a:pt x="1298575" y="1251839"/>
                  </a:moveTo>
                  <a:lnTo>
                    <a:pt x="68910" y="528447"/>
                  </a:lnTo>
                  <a:lnTo>
                    <a:pt x="72707" y="521970"/>
                  </a:lnTo>
                  <a:lnTo>
                    <a:pt x="84963" y="501142"/>
                  </a:lnTo>
                  <a:lnTo>
                    <a:pt x="0" y="495300"/>
                  </a:lnTo>
                  <a:lnTo>
                    <a:pt x="46355" y="566801"/>
                  </a:lnTo>
                  <a:lnTo>
                    <a:pt x="62445" y="539432"/>
                  </a:lnTo>
                  <a:lnTo>
                    <a:pt x="1292225" y="1262761"/>
                  </a:lnTo>
                  <a:lnTo>
                    <a:pt x="1298575" y="1251839"/>
                  </a:lnTo>
                  <a:close/>
                </a:path>
                <a:path w="3962400" h="1263014">
                  <a:moveTo>
                    <a:pt x="1604772" y="598424"/>
                  </a:moveTo>
                  <a:lnTo>
                    <a:pt x="1524000" y="571500"/>
                  </a:lnTo>
                  <a:lnTo>
                    <a:pt x="1550924" y="652272"/>
                  </a:lnTo>
                  <a:lnTo>
                    <a:pt x="1573339" y="629856"/>
                  </a:lnTo>
                  <a:lnTo>
                    <a:pt x="1582293" y="620903"/>
                  </a:lnTo>
                  <a:lnTo>
                    <a:pt x="1573403" y="611886"/>
                  </a:lnTo>
                  <a:lnTo>
                    <a:pt x="1582407" y="620903"/>
                  </a:lnTo>
                  <a:lnTo>
                    <a:pt x="1591310" y="611886"/>
                  </a:lnTo>
                  <a:lnTo>
                    <a:pt x="1604772" y="598424"/>
                  </a:lnTo>
                  <a:close/>
                </a:path>
                <a:path w="3962400" h="1263014">
                  <a:moveTo>
                    <a:pt x="1833245" y="871855"/>
                  </a:moveTo>
                  <a:lnTo>
                    <a:pt x="1582407" y="620903"/>
                  </a:lnTo>
                  <a:lnTo>
                    <a:pt x="1573339" y="629856"/>
                  </a:lnTo>
                  <a:lnTo>
                    <a:pt x="1824355" y="880745"/>
                  </a:lnTo>
                  <a:lnTo>
                    <a:pt x="1833245" y="871855"/>
                  </a:lnTo>
                  <a:close/>
                </a:path>
                <a:path w="3962400" h="1263014">
                  <a:moveTo>
                    <a:pt x="2209800" y="38100"/>
                  </a:moveTo>
                  <a:lnTo>
                    <a:pt x="2197100" y="31750"/>
                  </a:lnTo>
                  <a:lnTo>
                    <a:pt x="2133600" y="0"/>
                  </a:lnTo>
                  <a:lnTo>
                    <a:pt x="2133600" y="31750"/>
                  </a:lnTo>
                  <a:lnTo>
                    <a:pt x="1828800" y="31750"/>
                  </a:lnTo>
                  <a:lnTo>
                    <a:pt x="1828800" y="44450"/>
                  </a:lnTo>
                  <a:lnTo>
                    <a:pt x="2133600" y="44450"/>
                  </a:lnTo>
                  <a:lnTo>
                    <a:pt x="2133600" y="76200"/>
                  </a:lnTo>
                  <a:lnTo>
                    <a:pt x="2197100" y="44450"/>
                  </a:lnTo>
                  <a:lnTo>
                    <a:pt x="2209800" y="38100"/>
                  </a:lnTo>
                  <a:close/>
                </a:path>
                <a:path w="3962400" h="1263014">
                  <a:moveTo>
                    <a:pt x="2514600" y="571500"/>
                  </a:moveTo>
                  <a:lnTo>
                    <a:pt x="2433828" y="598424"/>
                  </a:lnTo>
                  <a:lnTo>
                    <a:pt x="2456294" y="620903"/>
                  </a:lnTo>
                  <a:lnTo>
                    <a:pt x="2447226" y="629856"/>
                  </a:lnTo>
                  <a:lnTo>
                    <a:pt x="2205355" y="871855"/>
                  </a:lnTo>
                  <a:lnTo>
                    <a:pt x="2214245" y="880745"/>
                  </a:lnTo>
                  <a:lnTo>
                    <a:pt x="2465247" y="629856"/>
                  </a:lnTo>
                  <a:lnTo>
                    <a:pt x="2487676" y="652272"/>
                  </a:lnTo>
                  <a:lnTo>
                    <a:pt x="2501138" y="611886"/>
                  </a:lnTo>
                  <a:lnTo>
                    <a:pt x="2514600" y="571500"/>
                  </a:lnTo>
                  <a:close/>
                </a:path>
                <a:path w="3962400" h="1263014">
                  <a:moveTo>
                    <a:pt x="3810000" y="38100"/>
                  </a:moveTo>
                  <a:lnTo>
                    <a:pt x="3797300" y="31750"/>
                  </a:lnTo>
                  <a:lnTo>
                    <a:pt x="3733800" y="0"/>
                  </a:lnTo>
                  <a:lnTo>
                    <a:pt x="3733800" y="31750"/>
                  </a:lnTo>
                  <a:lnTo>
                    <a:pt x="3429000" y="31750"/>
                  </a:lnTo>
                  <a:lnTo>
                    <a:pt x="3429000" y="44450"/>
                  </a:lnTo>
                  <a:lnTo>
                    <a:pt x="3733800" y="44450"/>
                  </a:lnTo>
                  <a:lnTo>
                    <a:pt x="3733800" y="76200"/>
                  </a:lnTo>
                  <a:lnTo>
                    <a:pt x="3797300" y="44450"/>
                  </a:lnTo>
                  <a:lnTo>
                    <a:pt x="3810000" y="38100"/>
                  </a:lnTo>
                  <a:close/>
                </a:path>
                <a:path w="3962400" h="1263014">
                  <a:moveTo>
                    <a:pt x="3962400" y="495300"/>
                  </a:moveTo>
                  <a:lnTo>
                    <a:pt x="3877297" y="499491"/>
                  </a:lnTo>
                  <a:lnTo>
                    <a:pt x="3892880" y="527202"/>
                  </a:lnTo>
                  <a:lnTo>
                    <a:pt x="2740025" y="1175512"/>
                  </a:lnTo>
                  <a:lnTo>
                    <a:pt x="2746375" y="1186688"/>
                  </a:lnTo>
                  <a:lnTo>
                    <a:pt x="3899090" y="538251"/>
                  </a:lnTo>
                  <a:lnTo>
                    <a:pt x="3914648" y="565912"/>
                  </a:lnTo>
                  <a:lnTo>
                    <a:pt x="3945039" y="520954"/>
                  </a:lnTo>
                  <a:lnTo>
                    <a:pt x="3962400" y="495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" name="object 63" descr=""/>
          <p:cNvGrpSpPr/>
          <p:nvPr/>
        </p:nvGrpSpPr>
        <p:grpSpPr>
          <a:xfrm>
            <a:off x="1214627" y="3728211"/>
            <a:ext cx="7324725" cy="2219960"/>
            <a:chOff x="1214627" y="3728211"/>
            <a:chExt cx="7324725" cy="2219960"/>
          </a:xfrm>
        </p:grpSpPr>
        <p:sp>
          <p:nvSpPr>
            <p:cNvPr id="64" name="object 64" descr=""/>
            <p:cNvSpPr/>
            <p:nvPr/>
          </p:nvSpPr>
          <p:spPr>
            <a:xfrm>
              <a:off x="2667000" y="3728211"/>
              <a:ext cx="1833245" cy="1110615"/>
            </a:xfrm>
            <a:custGeom>
              <a:avLst/>
              <a:gdLst/>
              <a:ahLst/>
              <a:cxnLst/>
              <a:rect l="l" t="t" r="r" b="b"/>
              <a:pathLst>
                <a:path w="1833245" h="1110614">
                  <a:moveTo>
                    <a:pt x="609600" y="1066038"/>
                  </a:moveTo>
                  <a:lnTo>
                    <a:pt x="228600" y="1066038"/>
                  </a:lnTo>
                  <a:lnTo>
                    <a:pt x="228600" y="1034288"/>
                  </a:lnTo>
                  <a:lnTo>
                    <a:pt x="152400" y="1072388"/>
                  </a:lnTo>
                  <a:lnTo>
                    <a:pt x="228600" y="1110488"/>
                  </a:lnTo>
                  <a:lnTo>
                    <a:pt x="228600" y="1078738"/>
                  </a:lnTo>
                  <a:lnTo>
                    <a:pt x="609600" y="1078738"/>
                  </a:lnTo>
                  <a:lnTo>
                    <a:pt x="609600" y="1066038"/>
                  </a:lnTo>
                  <a:close/>
                </a:path>
                <a:path w="1833245" h="1110614">
                  <a:moveTo>
                    <a:pt x="1298321" y="11176"/>
                  </a:moveTo>
                  <a:lnTo>
                    <a:pt x="1292479" y="0"/>
                  </a:lnTo>
                  <a:lnTo>
                    <a:pt x="64389" y="650100"/>
                  </a:lnTo>
                  <a:lnTo>
                    <a:pt x="49530" y="622046"/>
                  </a:lnTo>
                  <a:lnTo>
                    <a:pt x="0" y="691388"/>
                  </a:lnTo>
                  <a:lnTo>
                    <a:pt x="85217" y="689356"/>
                  </a:lnTo>
                  <a:lnTo>
                    <a:pt x="73494" y="667258"/>
                  </a:lnTo>
                  <a:lnTo>
                    <a:pt x="70332" y="661289"/>
                  </a:lnTo>
                  <a:lnTo>
                    <a:pt x="1298321" y="11176"/>
                  </a:lnTo>
                  <a:close/>
                </a:path>
                <a:path w="1833245" h="1110614">
                  <a:moveTo>
                    <a:pt x="1832737" y="239141"/>
                  </a:moveTo>
                  <a:lnTo>
                    <a:pt x="1824863" y="229235"/>
                  </a:lnTo>
                  <a:lnTo>
                    <a:pt x="1503349" y="486448"/>
                  </a:lnTo>
                  <a:lnTo>
                    <a:pt x="1483487" y="461645"/>
                  </a:lnTo>
                  <a:lnTo>
                    <a:pt x="1447800" y="538988"/>
                  </a:lnTo>
                  <a:lnTo>
                    <a:pt x="1531112" y="521081"/>
                  </a:lnTo>
                  <a:lnTo>
                    <a:pt x="1517675" y="504317"/>
                  </a:lnTo>
                  <a:lnTo>
                    <a:pt x="1511312" y="496379"/>
                  </a:lnTo>
                  <a:lnTo>
                    <a:pt x="1832737" y="2391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219199" y="548640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7315200" y="0"/>
                  </a:moveTo>
                  <a:lnTo>
                    <a:pt x="7301139" y="49039"/>
                  </a:lnTo>
                  <a:lnTo>
                    <a:pt x="7260942" y="94413"/>
                  </a:lnTo>
                  <a:lnTo>
                    <a:pt x="7197583" y="135007"/>
                  </a:lnTo>
                  <a:lnTo>
                    <a:pt x="7158148" y="153162"/>
                  </a:lnTo>
                  <a:lnTo>
                    <a:pt x="7114037" y="169704"/>
                  </a:lnTo>
                  <a:lnTo>
                    <a:pt x="7065623" y="184493"/>
                  </a:lnTo>
                  <a:lnTo>
                    <a:pt x="7013278" y="197389"/>
                  </a:lnTo>
                  <a:lnTo>
                    <a:pt x="6957374" y="208253"/>
                  </a:lnTo>
                  <a:lnTo>
                    <a:pt x="6898282" y="216945"/>
                  </a:lnTo>
                  <a:lnTo>
                    <a:pt x="6836374" y="223327"/>
                  </a:lnTo>
                  <a:lnTo>
                    <a:pt x="6772023" y="227258"/>
                  </a:lnTo>
                  <a:lnTo>
                    <a:pt x="6705600" y="228600"/>
                  </a:lnTo>
                  <a:lnTo>
                    <a:pt x="4267200" y="228600"/>
                  </a:lnTo>
                  <a:lnTo>
                    <a:pt x="4200776" y="229941"/>
                  </a:lnTo>
                  <a:lnTo>
                    <a:pt x="4136425" y="233872"/>
                  </a:lnTo>
                  <a:lnTo>
                    <a:pt x="4074517" y="240254"/>
                  </a:lnTo>
                  <a:lnTo>
                    <a:pt x="4015425" y="248946"/>
                  </a:lnTo>
                  <a:lnTo>
                    <a:pt x="3959521" y="259810"/>
                  </a:lnTo>
                  <a:lnTo>
                    <a:pt x="3907176" y="272706"/>
                  </a:lnTo>
                  <a:lnTo>
                    <a:pt x="3858762" y="287495"/>
                  </a:lnTo>
                  <a:lnTo>
                    <a:pt x="3814651" y="304037"/>
                  </a:lnTo>
                  <a:lnTo>
                    <a:pt x="3775216" y="322192"/>
                  </a:lnTo>
                  <a:lnTo>
                    <a:pt x="3740827" y="341821"/>
                  </a:lnTo>
                  <a:lnTo>
                    <a:pt x="3688677" y="384945"/>
                  </a:lnTo>
                  <a:lnTo>
                    <a:pt x="3661176" y="432291"/>
                  </a:lnTo>
                  <a:lnTo>
                    <a:pt x="3657600" y="457200"/>
                  </a:lnTo>
                  <a:lnTo>
                    <a:pt x="3654023" y="432291"/>
                  </a:lnTo>
                  <a:lnTo>
                    <a:pt x="3626522" y="384945"/>
                  </a:lnTo>
                  <a:lnTo>
                    <a:pt x="3574372" y="341821"/>
                  </a:lnTo>
                  <a:lnTo>
                    <a:pt x="3539983" y="322192"/>
                  </a:lnTo>
                  <a:lnTo>
                    <a:pt x="3500548" y="304037"/>
                  </a:lnTo>
                  <a:lnTo>
                    <a:pt x="3456437" y="287495"/>
                  </a:lnTo>
                  <a:lnTo>
                    <a:pt x="3408023" y="272706"/>
                  </a:lnTo>
                  <a:lnTo>
                    <a:pt x="3355678" y="259810"/>
                  </a:lnTo>
                  <a:lnTo>
                    <a:pt x="3299774" y="248946"/>
                  </a:lnTo>
                  <a:lnTo>
                    <a:pt x="3240682" y="240254"/>
                  </a:lnTo>
                  <a:lnTo>
                    <a:pt x="3178774" y="233872"/>
                  </a:lnTo>
                  <a:lnTo>
                    <a:pt x="3114423" y="229941"/>
                  </a:lnTo>
                  <a:lnTo>
                    <a:pt x="3048000" y="228600"/>
                  </a:lnTo>
                  <a:lnTo>
                    <a:pt x="609600" y="228600"/>
                  </a:lnTo>
                  <a:lnTo>
                    <a:pt x="543176" y="227258"/>
                  </a:lnTo>
                  <a:lnTo>
                    <a:pt x="478825" y="223327"/>
                  </a:lnTo>
                  <a:lnTo>
                    <a:pt x="416917" y="216945"/>
                  </a:lnTo>
                  <a:lnTo>
                    <a:pt x="357825" y="208253"/>
                  </a:lnTo>
                  <a:lnTo>
                    <a:pt x="301921" y="197389"/>
                  </a:lnTo>
                  <a:lnTo>
                    <a:pt x="249576" y="184493"/>
                  </a:lnTo>
                  <a:lnTo>
                    <a:pt x="201162" y="169704"/>
                  </a:lnTo>
                  <a:lnTo>
                    <a:pt x="157051" y="153162"/>
                  </a:lnTo>
                  <a:lnTo>
                    <a:pt x="117616" y="135007"/>
                  </a:lnTo>
                  <a:lnTo>
                    <a:pt x="83227" y="115378"/>
                  </a:lnTo>
                  <a:lnTo>
                    <a:pt x="31077" y="72254"/>
                  </a:lnTo>
                  <a:lnTo>
                    <a:pt x="3576" y="24908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367284"/>
            <a:ext cx="7924800" cy="897255"/>
            <a:chOff x="0" y="367284"/>
            <a:chExt cx="7924800" cy="897255"/>
          </a:xfrm>
        </p:grpSpPr>
        <p:sp>
          <p:nvSpPr>
            <p:cNvPr id="3" name="object 3" descr=""/>
            <p:cNvSpPr/>
            <p:nvPr/>
          </p:nvSpPr>
          <p:spPr>
            <a:xfrm>
              <a:off x="0" y="533400"/>
              <a:ext cx="7924800" cy="685800"/>
            </a:xfrm>
            <a:custGeom>
              <a:avLst/>
              <a:gdLst/>
              <a:ahLst/>
              <a:cxnLst/>
              <a:rect l="l" t="t" r="r" b="b"/>
              <a:pathLst>
                <a:path w="7924800" h="685800">
                  <a:moveTo>
                    <a:pt x="7038721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7038721" y="685800"/>
                  </a:lnTo>
                  <a:lnTo>
                    <a:pt x="7924800" y="342900"/>
                  </a:lnTo>
                  <a:lnTo>
                    <a:pt x="7038721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088" y="367284"/>
              <a:ext cx="5779770" cy="8968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EBEBEB"/>
                </a:solidFill>
                <a:latin typeface="Times New Roman"/>
                <a:cs typeface="Times New Roman"/>
              </a:rPr>
              <a:t>Proses</a:t>
            </a:r>
            <a:r>
              <a:rPr dirty="0" sz="3200" spc="-95">
                <a:solidFill>
                  <a:srgbClr val="EBEBEB"/>
                </a:solidFill>
                <a:latin typeface="Times New Roman"/>
                <a:cs typeface="Times New Roman"/>
              </a:rPr>
              <a:t> </a:t>
            </a:r>
            <a:r>
              <a:rPr dirty="0" sz="3200" spc="-25">
                <a:solidFill>
                  <a:srgbClr val="EBEBEB"/>
                </a:solidFill>
                <a:latin typeface="Times New Roman"/>
                <a:cs typeface="Times New Roman"/>
              </a:rPr>
              <a:t>Perseptual</a:t>
            </a:r>
            <a:r>
              <a:rPr dirty="0" sz="3200" spc="-80">
                <a:solidFill>
                  <a:srgbClr val="EBEBEB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EBEBEB"/>
                </a:solidFill>
                <a:latin typeface="Times New Roman"/>
                <a:cs typeface="Times New Roman"/>
              </a:rPr>
              <a:t>Komunikasi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5967" y="1983993"/>
            <a:ext cx="6505575" cy="4191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245"/>
              </a:lnSpc>
              <a:spcBef>
                <a:spcPts val="95"/>
              </a:spcBef>
            </a:pPr>
            <a:r>
              <a:rPr dirty="0" sz="2200" spc="-70" b="1">
                <a:solidFill>
                  <a:srgbClr val="FFFFFF"/>
                </a:solidFill>
                <a:latin typeface="Tahoma"/>
                <a:cs typeface="Tahoma"/>
              </a:rPr>
              <a:t>Komunikasi</a:t>
            </a:r>
            <a:r>
              <a:rPr dirty="0" sz="22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Verdana"/>
                <a:cs typeface="Verdana"/>
              </a:rPr>
              <a:t>merupakan</a:t>
            </a:r>
            <a:r>
              <a:rPr dirty="0" sz="22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5">
                <a:solidFill>
                  <a:srgbClr val="FFFFFF"/>
                </a:solidFill>
                <a:latin typeface="Verdana"/>
                <a:cs typeface="Verdana"/>
              </a:rPr>
              <a:t>proses</a:t>
            </a:r>
            <a:r>
              <a:rPr dirty="0" sz="22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Verdana"/>
                <a:cs typeface="Verdana"/>
              </a:rPr>
              <a:t>dimana</a:t>
            </a:r>
            <a:endParaRPr sz="2200">
              <a:latin typeface="Verdana"/>
              <a:cs typeface="Verdana"/>
            </a:endParaRPr>
          </a:p>
          <a:p>
            <a:pPr marL="355600" marR="5080">
              <a:lnSpc>
                <a:spcPct val="70000"/>
              </a:lnSpc>
              <a:spcBef>
                <a:spcPts val="395"/>
              </a:spcBef>
            </a:pPr>
            <a:r>
              <a:rPr dirty="0" sz="2200" spc="-20">
                <a:solidFill>
                  <a:srgbClr val="FFFFFF"/>
                </a:solidFill>
                <a:latin typeface="Verdana"/>
                <a:cs typeface="Verdana"/>
              </a:rPr>
              <a:t>penerima</a:t>
            </a:r>
            <a:r>
              <a:rPr dirty="0" sz="22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menciptakan</a:t>
            </a:r>
            <a:r>
              <a:rPr dirty="0" sz="22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Verdana"/>
                <a:cs typeface="Verdana"/>
              </a:rPr>
              <a:t>makna</a:t>
            </a:r>
            <a:r>
              <a:rPr dirty="0" sz="22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14">
                <a:solidFill>
                  <a:srgbClr val="FFFFFF"/>
                </a:solidFill>
                <a:latin typeface="Verdana"/>
                <a:cs typeface="Verdana"/>
              </a:rPr>
              <a:t>sendiri</a:t>
            </a:r>
            <a:r>
              <a:rPr dirty="0" sz="22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Verdana"/>
                <a:cs typeface="Verdana"/>
              </a:rPr>
              <a:t>dalam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benak</a:t>
            </a:r>
            <a:r>
              <a:rPr dirty="0" sz="22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Verdana"/>
                <a:cs typeface="Verdana"/>
              </a:rPr>
              <a:t>mereka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200" spc="-60" b="1">
                <a:solidFill>
                  <a:srgbClr val="FFFFFF"/>
                </a:solidFill>
                <a:latin typeface="Tahoma"/>
                <a:cs typeface="Tahoma"/>
              </a:rPr>
              <a:t>Elemen-</a:t>
            </a:r>
            <a:r>
              <a:rPr dirty="0" sz="2200" b="1">
                <a:solidFill>
                  <a:srgbClr val="FFFFFF"/>
                </a:solidFill>
                <a:latin typeface="Tahoma"/>
                <a:cs typeface="Tahoma"/>
              </a:rPr>
              <a:t>elemen</a:t>
            </a:r>
            <a:r>
              <a:rPr dirty="0" sz="2200" spc="-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00" spc="-70" b="1">
                <a:solidFill>
                  <a:srgbClr val="FFFFFF"/>
                </a:solidFill>
                <a:latin typeface="Tahoma"/>
                <a:cs typeface="Tahoma"/>
              </a:rPr>
              <a:t>Komunikasi</a:t>
            </a:r>
            <a:r>
              <a:rPr dirty="0" sz="2200" spc="-50" b="1">
                <a:solidFill>
                  <a:srgbClr val="FFFFFF"/>
                </a:solidFill>
                <a:latin typeface="Tahoma"/>
                <a:cs typeface="Tahoma"/>
              </a:rPr>
              <a:t> :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  <a:tabLst>
                <a:tab pos="354965" algn="l"/>
              </a:tabLst>
            </a:pPr>
            <a:r>
              <a:rPr dirty="0" sz="1500" spc="9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 spc="-10">
                <a:solidFill>
                  <a:srgbClr val="FFFFFF"/>
                </a:solidFill>
                <a:latin typeface="Verdana"/>
                <a:cs typeface="Verdana"/>
              </a:rPr>
              <a:t>Pengirim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354965" algn="l"/>
              </a:tabLst>
            </a:pPr>
            <a:r>
              <a:rPr dirty="0" sz="1500" spc="9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Pengkodean</a:t>
            </a:r>
            <a:r>
              <a:rPr dirty="0" sz="1900" spc="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Verdana"/>
                <a:cs typeface="Verdana"/>
              </a:rPr>
              <a:t>(encoding)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354965" algn="l"/>
              </a:tabLst>
            </a:pPr>
            <a:r>
              <a:rPr dirty="0" sz="1500" spc="9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 spc="-10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354965" algn="l"/>
              </a:tabLst>
            </a:pPr>
            <a:r>
              <a:rPr dirty="0" sz="1500" spc="10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 spc="-55">
                <a:solidFill>
                  <a:srgbClr val="FFFFFF"/>
                </a:solidFill>
                <a:latin typeface="Verdana"/>
                <a:cs typeface="Verdana"/>
              </a:rPr>
              <a:t>Memilih</a:t>
            </a:r>
            <a:r>
              <a:rPr dirty="0" sz="19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Verdana"/>
                <a:cs typeface="Verdana"/>
              </a:rPr>
              <a:t>media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354965" algn="l"/>
              </a:tabLst>
            </a:pPr>
            <a:r>
              <a:rPr dirty="0" sz="1500" spc="9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 spc="-20">
                <a:solidFill>
                  <a:srgbClr val="FFFFFF"/>
                </a:solidFill>
                <a:latin typeface="Verdana"/>
                <a:cs typeface="Verdana"/>
              </a:rPr>
              <a:t>Penguraian</a:t>
            </a:r>
            <a:r>
              <a:rPr dirty="0" sz="19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Kode</a:t>
            </a:r>
            <a:r>
              <a:rPr dirty="0" sz="19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Verdana"/>
                <a:cs typeface="Verdana"/>
              </a:rPr>
              <a:t>(decoding)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354965" algn="l"/>
              </a:tabLst>
            </a:pPr>
            <a:r>
              <a:rPr dirty="0" sz="1500" spc="9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Menciptakan</a:t>
            </a:r>
            <a:r>
              <a:rPr dirty="0" sz="1900" spc="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Verdana"/>
                <a:cs typeface="Verdana"/>
              </a:rPr>
              <a:t>Makna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354965" algn="l"/>
              </a:tabLst>
            </a:pPr>
            <a:r>
              <a:rPr dirty="0" sz="1500" spc="9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Umpan</a:t>
            </a:r>
            <a:r>
              <a:rPr dirty="0" sz="190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Verdana"/>
                <a:cs typeface="Verdana"/>
              </a:rPr>
              <a:t>Balik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354965" algn="l"/>
              </a:tabLst>
            </a:pPr>
            <a:r>
              <a:rPr dirty="0" sz="1500" spc="9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 spc="55">
                <a:solidFill>
                  <a:srgbClr val="FFFFFF"/>
                </a:solidFill>
                <a:latin typeface="Verdana"/>
                <a:cs typeface="Verdana"/>
              </a:rPr>
              <a:t>Gangguan</a:t>
            </a:r>
            <a:r>
              <a:rPr dirty="0" sz="19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Verdana"/>
                <a:cs typeface="Verdana"/>
              </a:rPr>
              <a:t>(Noise)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9680" y="6502906"/>
            <a:ext cx="274320" cy="28881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939021" y="6534708"/>
            <a:ext cx="162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ahoma"/>
                <a:cs typeface="Tahoma"/>
              </a:rPr>
              <a:t>14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493008" y="2781300"/>
            <a:ext cx="2514600" cy="2086610"/>
          </a:xfrm>
          <a:custGeom>
            <a:avLst/>
            <a:gdLst/>
            <a:ahLst/>
            <a:cxnLst/>
            <a:rect l="l" t="t" r="r" b="b"/>
            <a:pathLst>
              <a:path w="2514600" h="2086610">
                <a:moveTo>
                  <a:pt x="2034413" y="0"/>
                </a:moveTo>
                <a:lnTo>
                  <a:pt x="480187" y="0"/>
                </a:lnTo>
                <a:lnTo>
                  <a:pt x="0" y="1289431"/>
                </a:lnTo>
                <a:lnTo>
                  <a:pt x="1257300" y="2086356"/>
                </a:lnTo>
                <a:lnTo>
                  <a:pt x="2514600" y="1289431"/>
                </a:lnTo>
                <a:lnTo>
                  <a:pt x="203441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727830" y="3439414"/>
            <a:ext cx="2050414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FFFFFF"/>
                </a:solidFill>
                <a:latin typeface="Comic Sans MS"/>
                <a:cs typeface="Comic Sans MS"/>
              </a:rPr>
              <a:t>KEBERHASILAN</a:t>
            </a:r>
            <a:endParaRPr sz="2000">
              <a:latin typeface="Comic Sans MS"/>
              <a:cs typeface="Comic Sans MS"/>
            </a:endParaRPr>
          </a:p>
          <a:p>
            <a:pPr marL="139065">
              <a:lnSpc>
                <a:spcPct val="100000"/>
              </a:lnSpc>
            </a:pPr>
            <a:r>
              <a:rPr dirty="0" sz="2000" spc="-10" b="1">
                <a:solidFill>
                  <a:srgbClr val="FFFFFF"/>
                </a:solidFill>
                <a:latin typeface="Comic Sans MS"/>
                <a:cs typeface="Comic Sans MS"/>
              </a:rPr>
              <a:t>KOMUNIKASI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6804659" y="2999232"/>
            <a:ext cx="1871980" cy="862965"/>
          </a:xfrm>
          <a:custGeom>
            <a:avLst/>
            <a:gdLst/>
            <a:ahLst/>
            <a:cxnLst/>
            <a:rect l="l" t="t" r="r" b="b"/>
            <a:pathLst>
              <a:path w="1871979" h="862964">
                <a:moveTo>
                  <a:pt x="935736" y="0"/>
                </a:moveTo>
                <a:lnTo>
                  <a:pt x="871673" y="994"/>
                </a:lnTo>
                <a:lnTo>
                  <a:pt x="808768" y="3936"/>
                </a:lnTo>
                <a:lnTo>
                  <a:pt x="747161" y="8760"/>
                </a:lnTo>
                <a:lnTo>
                  <a:pt x="686990" y="15402"/>
                </a:lnTo>
                <a:lnTo>
                  <a:pt x="628396" y="23798"/>
                </a:lnTo>
                <a:lnTo>
                  <a:pt x="571517" y="33885"/>
                </a:lnTo>
                <a:lnTo>
                  <a:pt x="516494" y="45597"/>
                </a:lnTo>
                <a:lnTo>
                  <a:pt x="463465" y="58871"/>
                </a:lnTo>
                <a:lnTo>
                  <a:pt x="412570" y="73643"/>
                </a:lnTo>
                <a:lnTo>
                  <a:pt x="363948" y="89848"/>
                </a:lnTo>
                <a:lnTo>
                  <a:pt x="317739" y="107422"/>
                </a:lnTo>
                <a:lnTo>
                  <a:pt x="274081" y="126301"/>
                </a:lnTo>
                <a:lnTo>
                  <a:pt x="233116" y="146421"/>
                </a:lnTo>
                <a:lnTo>
                  <a:pt x="194981" y="167718"/>
                </a:lnTo>
                <a:lnTo>
                  <a:pt x="159816" y="190127"/>
                </a:lnTo>
                <a:lnTo>
                  <a:pt x="127762" y="213585"/>
                </a:lnTo>
                <a:lnTo>
                  <a:pt x="73538" y="263390"/>
                </a:lnTo>
                <a:lnTo>
                  <a:pt x="33427" y="316618"/>
                </a:lnTo>
                <a:lnTo>
                  <a:pt x="8542" y="372756"/>
                </a:lnTo>
                <a:lnTo>
                  <a:pt x="0" y="431291"/>
                </a:lnTo>
                <a:lnTo>
                  <a:pt x="2158" y="460827"/>
                </a:lnTo>
                <a:lnTo>
                  <a:pt x="19012" y="518228"/>
                </a:lnTo>
                <a:lnTo>
                  <a:pt x="51649" y="572975"/>
                </a:lnTo>
                <a:lnTo>
                  <a:pt x="98956" y="624556"/>
                </a:lnTo>
                <a:lnTo>
                  <a:pt x="159816" y="672456"/>
                </a:lnTo>
                <a:lnTo>
                  <a:pt x="194981" y="694865"/>
                </a:lnTo>
                <a:lnTo>
                  <a:pt x="233116" y="716162"/>
                </a:lnTo>
                <a:lnTo>
                  <a:pt x="274081" y="736282"/>
                </a:lnTo>
                <a:lnTo>
                  <a:pt x="317739" y="755161"/>
                </a:lnTo>
                <a:lnTo>
                  <a:pt x="363948" y="772735"/>
                </a:lnTo>
                <a:lnTo>
                  <a:pt x="412570" y="788940"/>
                </a:lnTo>
                <a:lnTo>
                  <a:pt x="463465" y="803712"/>
                </a:lnTo>
                <a:lnTo>
                  <a:pt x="516494" y="816986"/>
                </a:lnTo>
                <a:lnTo>
                  <a:pt x="571517" y="828698"/>
                </a:lnTo>
                <a:lnTo>
                  <a:pt x="628396" y="838785"/>
                </a:lnTo>
                <a:lnTo>
                  <a:pt x="686990" y="847181"/>
                </a:lnTo>
                <a:lnTo>
                  <a:pt x="747161" y="853823"/>
                </a:lnTo>
                <a:lnTo>
                  <a:pt x="808768" y="858647"/>
                </a:lnTo>
                <a:lnTo>
                  <a:pt x="871673" y="861589"/>
                </a:lnTo>
                <a:lnTo>
                  <a:pt x="935736" y="862583"/>
                </a:lnTo>
                <a:lnTo>
                  <a:pt x="999798" y="861589"/>
                </a:lnTo>
                <a:lnTo>
                  <a:pt x="1062703" y="858647"/>
                </a:lnTo>
                <a:lnTo>
                  <a:pt x="1124310" y="853823"/>
                </a:lnTo>
                <a:lnTo>
                  <a:pt x="1184481" y="847181"/>
                </a:lnTo>
                <a:lnTo>
                  <a:pt x="1243075" y="838785"/>
                </a:lnTo>
                <a:lnTo>
                  <a:pt x="1299954" y="828698"/>
                </a:lnTo>
                <a:lnTo>
                  <a:pt x="1354977" y="816986"/>
                </a:lnTo>
                <a:lnTo>
                  <a:pt x="1408006" y="803712"/>
                </a:lnTo>
                <a:lnTo>
                  <a:pt x="1458901" y="788940"/>
                </a:lnTo>
                <a:lnTo>
                  <a:pt x="1507523" y="772735"/>
                </a:lnTo>
                <a:lnTo>
                  <a:pt x="1553732" y="755161"/>
                </a:lnTo>
                <a:lnTo>
                  <a:pt x="1597390" y="736282"/>
                </a:lnTo>
                <a:lnTo>
                  <a:pt x="1638355" y="716162"/>
                </a:lnTo>
                <a:lnTo>
                  <a:pt x="1676490" y="694865"/>
                </a:lnTo>
                <a:lnTo>
                  <a:pt x="1711655" y="672456"/>
                </a:lnTo>
                <a:lnTo>
                  <a:pt x="1743709" y="648998"/>
                </a:lnTo>
                <a:lnTo>
                  <a:pt x="1797933" y="599193"/>
                </a:lnTo>
                <a:lnTo>
                  <a:pt x="1838044" y="545965"/>
                </a:lnTo>
                <a:lnTo>
                  <a:pt x="1862929" y="489827"/>
                </a:lnTo>
                <a:lnTo>
                  <a:pt x="1871472" y="431291"/>
                </a:lnTo>
                <a:lnTo>
                  <a:pt x="1869313" y="401756"/>
                </a:lnTo>
                <a:lnTo>
                  <a:pt x="1852459" y="344355"/>
                </a:lnTo>
                <a:lnTo>
                  <a:pt x="1819822" y="289608"/>
                </a:lnTo>
                <a:lnTo>
                  <a:pt x="1772515" y="238027"/>
                </a:lnTo>
                <a:lnTo>
                  <a:pt x="1711655" y="190127"/>
                </a:lnTo>
                <a:lnTo>
                  <a:pt x="1676490" y="167718"/>
                </a:lnTo>
                <a:lnTo>
                  <a:pt x="1638355" y="146421"/>
                </a:lnTo>
                <a:lnTo>
                  <a:pt x="1597390" y="126301"/>
                </a:lnTo>
                <a:lnTo>
                  <a:pt x="1553732" y="107422"/>
                </a:lnTo>
                <a:lnTo>
                  <a:pt x="1507523" y="89848"/>
                </a:lnTo>
                <a:lnTo>
                  <a:pt x="1458901" y="73643"/>
                </a:lnTo>
                <a:lnTo>
                  <a:pt x="1408006" y="58871"/>
                </a:lnTo>
                <a:lnTo>
                  <a:pt x="1354977" y="45597"/>
                </a:lnTo>
                <a:lnTo>
                  <a:pt x="1299954" y="33885"/>
                </a:lnTo>
                <a:lnTo>
                  <a:pt x="1243075" y="23798"/>
                </a:lnTo>
                <a:lnTo>
                  <a:pt x="1184481" y="15402"/>
                </a:lnTo>
                <a:lnTo>
                  <a:pt x="1124310" y="8760"/>
                </a:lnTo>
                <a:lnTo>
                  <a:pt x="1062703" y="3936"/>
                </a:lnTo>
                <a:lnTo>
                  <a:pt x="999798" y="994"/>
                </a:lnTo>
                <a:lnTo>
                  <a:pt x="935736" y="0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251318" y="3263264"/>
            <a:ext cx="9804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375659" y="1200911"/>
            <a:ext cx="2735580" cy="789940"/>
          </a:xfrm>
          <a:custGeom>
            <a:avLst/>
            <a:gdLst/>
            <a:ahLst/>
            <a:cxnLst/>
            <a:rect l="l" t="t" r="r" b="b"/>
            <a:pathLst>
              <a:path w="2735579" h="789939">
                <a:moveTo>
                  <a:pt x="1367789" y="0"/>
                </a:moveTo>
                <a:lnTo>
                  <a:pt x="1297404" y="513"/>
                </a:lnTo>
                <a:lnTo>
                  <a:pt x="1227943" y="2037"/>
                </a:lnTo>
                <a:lnTo>
                  <a:pt x="1159492" y="4546"/>
                </a:lnTo>
                <a:lnTo>
                  <a:pt x="1092136" y="8016"/>
                </a:lnTo>
                <a:lnTo>
                  <a:pt x="1025962" y="12422"/>
                </a:lnTo>
                <a:lnTo>
                  <a:pt x="961056" y="17740"/>
                </a:lnTo>
                <a:lnTo>
                  <a:pt x="897503" y="23944"/>
                </a:lnTo>
                <a:lnTo>
                  <a:pt x="835390" y="31009"/>
                </a:lnTo>
                <a:lnTo>
                  <a:pt x="774802" y="38912"/>
                </a:lnTo>
                <a:lnTo>
                  <a:pt x="715826" y="47627"/>
                </a:lnTo>
                <a:lnTo>
                  <a:pt x="658547" y="57129"/>
                </a:lnTo>
                <a:lnTo>
                  <a:pt x="603051" y="67394"/>
                </a:lnTo>
                <a:lnTo>
                  <a:pt x="549425" y="78397"/>
                </a:lnTo>
                <a:lnTo>
                  <a:pt x="497754" y="90113"/>
                </a:lnTo>
                <a:lnTo>
                  <a:pt x="448124" y="102517"/>
                </a:lnTo>
                <a:lnTo>
                  <a:pt x="400621" y="115585"/>
                </a:lnTo>
                <a:lnTo>
                  <a:pt x="355331" y="129292"/>
                </a:lnTo>
                <a:lnTo>
                  <a:pt x="312341" y="143613"/>
                </a:lnTo>
                <a:lnTo>
                  <a:pt x="271735" y="158523"/>
                </a:lnTo>
                <a:lnTo>
                  <a:pt x="233600" y="173998"/>
                </a:lnTo>
                <a:lnTo>
                  <a:pt x="198022" y="190013"/>
                </a:lnTo>
                <a:lnTo>
                  <a:pt x="134881" y="223562"/>
                </a:lnTo>
                <a:lnTo>
                  <a:pt x="82998" y="258974"/>
                </a:lnTo>
                <a:lnTo>
                  <a:pt x="43062" y="296049"/>
                </a:lnTo>
                <a:lnTo>
                  <a:pt x="15760" y="334590"/>
                </a:lnTo>
                <a:lnTo>
                  <a:pt x="1779" y="374398"/>
                </a:lnTo>
                <a:lnTo>
                  <a:pt x="0" y="394715"/>
                </a:lnTo>
                <a:lnTo>
                  <a:pt x="1779" y="415022"/>
                </a:lnTo>
                <a:lnTo>
                  <a:pt x="15760" y="454812"/>
                </a:lnTo>
                <a:lnTo>
                  <a:pt x="43062" y="493340"/>
                </a:lnTo>
                <a:lnTo>
                  <a:pt x="82998" y="530407"/>
                </a:lnTo>
                <a:lnTo>
                  <a:pt x="134881" y="565813"/>
                </a:lnTo>
                <a:lnTo>
                  <a:pt x="198022" y="599362"/>
                </a:lnTo>
                <a:lnTo>
                  <a:pt x="233600" y="615377"/>
                </a:lnTo>
                <a:lnTo>
                  <a:pt x="271735" y="630853"/>
                </a:lnTo>
                <a:lnTo>
                  <a:pt x="312341" y="645765"/>
                </a:lnTo>
                <a:lnTo>
                  <a:pt x="355331" y="660088"/>
                </a:lnTo>
                <a:lnTo>
                  <a:pt x="400621" y="673798"/>
                </a:lnTo>
                <a:lnTo>
                  <a:pt x="448124" y="686869"/>
                </a:lnTo>
                <a:lnTo>
                  <a:pt x="497754" y="699277"/>
                </a:lnTo>
                <a:lnTo>
                  <a:pt x="549425" y="710997"/>
                </a:lnTo>
                <a:lnTo>
                  <a:pt x="603051" y="722003"/>
                </a:lnTo>
                <a:lnTo>
                  <a:pt x="658547" y="732272"/>
                </a:lnTo>
                <a:lnTo>
                  <a:pt x="715826" y="741779"/>
                </a:lnTo>
                <a:lnTo>
                  <a:pt x="774802" y="750497"/>
                </a:lnTo>
                <a:lnTo>
                  <a:pt x="835390" y="758404"/>
                </a:lnTo>
                <a:lnTo>
                  <a:pt x="897503" y="765473"/>
                </a:lnTo>
                <a:lnTo>
                  <a:pt x="961056" y="771680"/>
                </a:lnTo>
                <a:lnTo>
                  <a:pt x="1025962" y="777001"/>
                </a:lnTo>
                <a:lnTo>
                  <a:pt x="1092136" y="781410"/>
                </a:lnTo>
                <a:lnTo>
                  <a:pt x="1159492" y="784882"/>
                </a:lnTo>
                <a:lnTo>
                  <a:pt x="1227943" y="787393"/>
                </a:lnTo>
                <a:lnTo>
                  <a:pt x="1297404" y="788918"/>
                </a:lnTo>
                <a:lnTo>
                  <a:pt x="1367789" y="789432"/>
                </a:lnTo>
                <a:lnTo>
                  <a:pt x="1438175" y="788918"/>
                </a:lnTo>
                <a:lnTo>
                  <a:pt x="1507636" y="787393"/>
                </a:lnTo>
                <a:lnTo>
                  <a:pt x="1576087" y="784882"/>
                </a:lnTo>
                <a:lnTo>
                  <a:pt x="1643443" y="781410"/>
                </a:lnTo>
                <a:lnTo>
                  <a:pt x="1709617" y="777001"/>
                </a:lnTo>
                <a:lnTo>
                  <a:pt x="1774523" y="771680"/>
                </a:lnTo>
                <a:lnTo>
                  <a:pt x="1838076" y="765473"/>
                </a:lnTo>
                <a:lnTo>
                  <a:pt x="1900189" y="758404"/>
                </a:lnTo>
                <a:lnTo>
                  <a:pt x="1960777" y="750497"/>
                </a:lnTo>
                <a:lnTo>
                  <a:pt x="2019753" y="741779"/>
                </a:lnTo>
                <a:lnTo>
                  <a:pt x="2077032" y="732272"/>
                </a:lnTo>
                <a:lnTo>
                  <a:pt x="2132528" y="722003"/>
                </a:lnTo>
                <a:lnTo>
                  <a:pt x="2186154" y="710997"/>
                </a:lnTo>
                <a:lnTo>
                  <a:pt x="2237825" y="699277"/>
                </a:lnTo>
                <a:lnTo>
                  <a:pt x="2287455" y="686869"/>
                </a:lnTo>
                <a:lnTo>
                  <a:pt x="2334958" y="673798"/>
                </a:lnTo>
                <a:lnTo>
                  <a:pt x="2380248" y="660088"/>
                </a:lnTo>
                <a:lnTo>
                  <a:pt x="2423238" y="645765"/>
                </a:lnTo>
                <a:lnTo>
                  <a:pt x="2463844" y="630853"/>
                </a:lnTo>
                <a:lnTo>
                  <a:pt x="2501979" y="615377"/>
                </a:lnTo>
                <a:lnTo>
                  <a:pt x="2537557" y="599362"/>
                </a:lnTo>
                <a:lnTo>
                  <a:pt x="2600698" y="565813"/>
                </a:lnTo>
                <a:lnTo>
                  <a:pt x="2652581" y="530407"/>
                </a:lnTo>
                <a:lnTo>
                  <a:pt x="2692517" y="493340"/>
                </a:lnTo>
                <a:lnTo>
                  <a:pt x="2719819" y="454812"/>
                </a:lnTo>
                <a:lnTo>
                  <a:pt x="2733800" y="415022"/>
                </a:lnTo>
                <a:lnTo>
                  <a:pt x="2735579" y="394715"/>
                </a:lnTo>
                <a:lnTo>
                  <a:pt x="2733800" y="374398"/>
                </a:lnTo>
                <a:lnTo>
                  <a:pt x="2719819" y="334590"/>
                </a:lnTo>
                <a:lnTo>
                  <a:pt x="2692517" y="296049"/>
                </a:lnTo>
                <a:lnTo>
                  <a:pt x="2652581" y="258974"/>
                </a:lnTo>
                <a:lnTo>
                  <a:pt x="2600698" y="223562"/>
                </a:lnTo>
                <a:lnTo>
                  <a:pt x="2537557" y="190013"/>
                </a:lnTo>
                <a:lnTo>
                  <a:pt x="2501979" y="173998"/>
                </a:lnTo>
                <a:lnTo>
                  <a:pt x="2463844" y="158523"/>
                </a:lnTo>
                <a:lnTo>
                  <a:pt x="2423238" y="143613"/>
                </a:lnTo>
                <a:lnTo>
                  <a:pt x="2380248" y="129292"/>
                </a:lnTo>
                <a:lnTo>
                  <a:pt x="2334958" y="115585"/>
                </a:lnTo>
                <a:lnTo>
                  <a:pt x="2287455" y="102517"/>
                </a:lnTo>
                <a:lnTo>
                  <a:pt x="2237825" y="90113"/>
                </a:lnTo>
                <a:lnTo>
                  <a:pt x="2186154" y="78397"/>
                </a:lnTo>
                <a:lnTo>
                  <a:pt x="2132528" y="67394"/>
                </a:lnTo>
                <a:lnTo>
                  <a:pt x="2077032" y="57129"/>
                </a:lnTo>
                <a:lnTo>
                  <a:pt x="2019753" y="47627"/>
                </a:lnTo>
                <a:lnTo>
                  <a:pt x="1960777" y="38912"/>
                </a:lnTo>
                <a:lnTo>
                  <a:pt x="1900189" y="31009"/>
                </a:lnTo>
                <a:lnTo>
                  <a:pt x="1838076" y="23944"/>
                </a:lnTo>
                <a:lnTo>
                  <a:pt x="1774523" y="17740"/>
                </a:lnTo>
                <a:lnTo>
                  <a:pt x="1709617" y="12422"/>
                </a:lnTo>
                <a:lnTo>
                  <a:pt x="1643443" y="8016"/>
                </a:lnTo>
                <a:lnTo>
                  <a:pt x="1576087" y="4546"/>
                </a:lnTo>
                <a:lnTo>
                  <a:pt x="1507636" y="2037"/>
                </a:lnTo>
                <a:lnTo>
                  <a:pt x="1438175" y="513"/>
                </a:lnTo>
                <a:lnTo>
                  <a:pt x="1367789" y="0"/>
                </a:lnTo>
                <a:close/>
              </a:path>
            </a:pathLst>
          </a:custGeom>
          <a:solidFill>
            <a:srgbClr val="33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31438" y="1396695"/>
            <a:ext cx="2221230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solidFill>
                  <a:srgbClr val="000000"/>
                </a:solidFill>
                <a:latin typeface="Verdana"/>
                <a:cs typeface="Verdana"/>
              </a:rPr>
              <a:t>KOMUNIKATOR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24611" y="2999232"/>
            <a:ext cx="2447925" cy="1007744"/>
          </a:xfrm>
          <a:custGeom>
            <a:avLst/>
            <a:gdLst/>
            <a:ahLst/>
            <a:cxnLst/>
            <a:rect l="l" t="t" r="r" b="b"/>
            <a:pathLst>
              <a:path w="2447925" h="1007745">
                <a:moveTo>
                  <a:pt x="1223772" y="0"/>
                </a:moveTo>
                <a:lnTo>
                  <a:pt x="1156627" y="745"/>
                </a:lnTo>
                <a:lnTo>
                  <a:pt x="1090428" y="2956"/>
                </a:lnTo>
                <a:lnTo>
                  <a:pt x="1025270" y="6593"/>
                </a:lnTo>
                <a:lnTo>
                  <a:pt x="961244" y="11619"/>
                </a:lnTo>
                <a:lnTo>
                  <a:pt x="898445" y="17995"/>
                </a:lnTo>
                <a:lnTo>
                  <a:pt x="836966" y="25682"/>
                </a:lnTo>
                <a:lnTo>
                  <a:pt x="776899" y="34642"/>
                </a:lnTo>
                <a:lnTo>
                  <a:pt x="718339" y="44837"/>
                </a:lnTo>
                <a:lnTo>
                  <a:pt x="661379" y="56228"/>
                </a:lnTo>
                <a:lnTo>
                  <a:pt x="606111" y="68777"/>
                </a:lnTo>
                <a:lnTo>
                  <a:pt x="552630" y="82445"/>
                </a:lnTo>
                <a:lnTo>
                  <a:pt x="501029" y="97194"/>
                </a:lnTo>
                <a:lnTo>
                  <a:pt x="451400" y="112986"/>
                </a:lnTo>
                <a:lnTo>
                  <a:pt x="403838" y="129781"/>
                </a:lnTo>
                <a:lnTo>
                  <a:pt x="358435" y="147542"/>
                </a:lnTo>
                <a:lnTo>
                  <a:pt x="315285" y="166230"/>
                </a:lnTo>
                <a:lnTo>
                  <a:pt x="274481" y="185806"/>
                </a:lnTo>
                <a:lnTo>
                  <a:pt x="236117" y="206233"/>
                </a:lnTo>
                <a:lnTo>
                  <a:pt x="200286" y="227472"/>
                </a:lnTo>
                <a:lnTo>
                  <a:pt x="167081" y="249484"/>
                </a:lnTo>
                <a:lnTo>
                  <a:pt x="108922" y="295674"/>
                </a:lnTo>
                <a:lnTo>
                  <a:pt x="62388" y="344497"/>
                </a:lnTo>
                <a:lnTo>
                  <a:pt x="28226" y="395644"/>
                </a:lnTo>
                <a:lnTo>
                  <a:pt x="7180" y="448808"/>
                </a:lnTo>
                <a:lnTo>
                  <a:pt x="0" y="503681"/>
                </a:lnTo>
                <a:lnTo>
                  <a:pt x="1810" y="531313"/>
                </a:lnTo>
                <a:lnTo>
                  <a:pt x="16017" y="585370"/>
                </a:lnTo>
                <a:lnTo>
                  <a:pt x="43714" y="637564"/>
                </a:lnTo>
                <a:lnTo>
                  <a:pt x="84156" y="687587"/>
                </a:lnTo>
                <a:lnTo>
                  <a:pt x="136595" y="735132"/>
                </a:lnTo>
                <a:lnTo>
                  <a:pt x="200286" y="779891"/>
                </a:lnTo>
                <a:lnTo>
                  <a:pt x="236117" y="801130"/>
                </a:lnTo>
                <a:lnTo>
                  <a:pt x="274481" y="821557"/>
                </a:lnTo>
                <a:lnTo>
                  <a:pt x="315285" y="841133"/>
                </a:lnTo>
                <a:lnTo>
                  <a:pt x="358435" y="859821"/>
                </a:lnTo>
                <a:lnTo>
                  <a:pt x="403838" y="877582"/>
                </a:lnTo>
                <a:lnTo>
                  <a:pt x="451400" y="894377"/>
                </a:lnTo>
                <a:lnTo>
                  <a:pt x="501029" y="910169"/>
                </a:lnTo>
                <a:lnTo>
                  <a:pt x="552630" y="924918"/>
                </a:lnTo>
                <a:lnTo>
                  <a:pt x="606111" y="938586"/>
                </a:lnTo>
                <a:lnTo>
                  <a:pt x="661379" y="951135"/>
                </a:lnTo>
                <a:lnTo>
                  <a:pt x="718339" y="962526"/>
                </a:lnTo>
                <a:lnTo>
                  <a:pt x="776899" y="972721"/>
                </a:lnTo>
                <a:lnTo>
                  <a:pt x="836966" y="981681"/>
                </a:lnTo>
                <a:lnTo>
                  <a:pt x="898445" y="989368"/>
                </a:lnTo>
                <a:lnTo>
                  <a:pt x="961244" y="995744"/>
                </a:lnTo>
                <a:lnTo>
                  <a:pt x="1025270" y="1000770"/>
                </a:lnTo>
                <a:lnTo>
                  <a:pt x="1090428" y="1004407"/>
                </a:lnTo>
                <a:lnTo>
                  <a:pt x="1156627" y="1006618"/>
                </a:lnTo>
                <a:lnTo>
                  <a:pt x="1223772" y="1007363"/>
                </a:lnTo>
                <a:lnTo>
                  <a:pt x="1290919" y="1006618"/>
                </a:lnTo>
                <a:lnTo>
                  <a:pt x="1357119" y="1004407"/>
                </a:lnTo>
                <a:lnTo>
                  <a:pt x="1422279" y="1000770"/>
                </a:lnTo>
                <a:lnTo>
                  <a:pt x="1486306" y="995744"/>
                </a:lnTo>
                <a:lnTo>
                  <a:pt x="1549107" y="989368"/>
                </a:lnTo>
                <a:lnTo>
                  <a:pt x="1610587" y="981681"/>
                </a:lnTo>
                <a:lnTo>
                  <a:pt x="1670654" y="972721"/>
                </a:lnTo>
                <a:lnTo>
                  <a:pt x="1729215" y="962526"/>
                </a:lnTo>
                <a:lnTo>
                  <a:pt x="1786176" y="951135"/>
                </a:lnTo>
                <a:lnTo>
                  <a:pt x="1841443" y="938586"/>
                </a:lnTo>
                <a:lnTo>
                  <a:pt x="1894924" y="924918"/>
                </a:lnTo>
                <a:lnTo>
                  <a:pt x="1946525" y="910169"/>
                </a:lnTo>
                <a:lnTo>
                  <a:pt x="1996154" y="894377"/>
                </a:lnTo>
                <a:lnTo>
                  <a:pt x="2043716" y="877582"/>
                </a:lnTo>
                <a:lnTo>
                  <a:pt x="2089118" y="859821"/>
                </a:lnTo>
                <a:lnTo>
                  <a:pt x="2132267" y="841133"/>
                </a:lnTo>
                <a:lnTo>
                  <a:pt x="2173070" y="821557"/>
                </a:lnTo>
                <a:lnTo>
                  <a:pt x="2211433" y="801130"/>
                </a:lnTo>
                <a:lnTo>
                  <a:pt x="2247264" y="779891"/>
                </a:lnTo>
                <a:lnTo>
                  <a:pt x="2280468" y="757879"/>
                </a:lnTo>
                <a:lnTo>
                  <a:pt x="2338625" y="711689"/>
                </a:lnTo>
                <a:lnTo>
                  <a:pt x="2385157" y="662866"/>
                </a:lnTo>
                <a:lnTo>
                  <a:pt x="2419319" y="611719"/>
                </a:lnTo>
                <a:lnTo>
                  <a:pt x="2440363" y="558555"/>
                </a:lnTo>
                <a:lnTo>
                  <a:pt x="2447544" y="503681"/>
                </a:lnTo>
                <a:lnTo>
                  <a:pt x="2445733" y="476050"/>
                </a:lnTo>
                <a:lnTo>
                  <a:pt x="2431527" y="421993"/>
                </a:lnTo>
                <a:lnTo>
                  <a:pt x="2403831" y="369799"/>
                </a:lnTo>
                <a:lnTo>
                  <a:pt x="2363391" y="319776"/>
                </a:lnTo>
                <a:lnTo>
                  <a:pt x="2310953" y="272231"/>
                </a:lnTo>
                <a:lnTo>
                  <a:pt x="2247264" y="227472"/>
                </a:lnTo>
                <a:lnTo>
                  <a:pt x="2211433" y="206233"/>
                </a:lnTo>
                <a:lnTo>
                  <a:pt x="2173070" y="185806"/>
                </a:lnTo>
                <a:lnTo>
                  <a:pt x="2132267" y="166230"/>
                </a:lnTo>
                <a:lnTo>
                  <a:pt x="2089118" y="147542"/>
                </a:lnTo>
                <a:lnTo>
                  <a:pt x="2043716" y="129781"/>
                </a:lnTo>
                <a:lnTo>
                  <a:pt x="1996154" y="112986"/>
                </a:lnTo>
                <a:lnTo>
                  <a:pt x="1946525" y="97194"/>
                </a:lnTo>
                <a:lnTo>
                  <a:pt x="1894924" y="82445"/>
                </a:lnTo>
                <a:lnTo>
                  <a:pt x="1841443" y="68777"/>
                </a:lnTo>
                <a:lnTo>
                  <a:pt x="1786176" y="56228"/>
                </a:lnTo>
                <a:lnTo>
                  <a:pt x="1729215" y="44837"/>
                </a:lnTo>
                <a:lnTo>
                  <a:pt x="1670654" y="34642"/>
                </a:lnTo>
                <a:lnTo>
                  <a:pt x="1610587" y="25682"/>
                </a:lnTo>
                <a:lnTo>
                  <a:pt x="1549107" y="17995"/>
                </a:lnTo>
                <a:lnTo>
                  <a:pt x="1486306" y="11619"/>
                </a:lnTo>
                <a:lnTo>
                  <a:pt x="1422279" y="6593"/>
                </a:lnTo>
                <a:lnTo>
                  <a:pt x="1357119" y="2956"/>
                </a:lnTo>
                <a:lnTo>
                  <a:pt x="1290919" y="745"/>
                </a:lnTo>
                <a:lnTo>
                  <a:pt x="1223772" y="0"/>
                </a:lnTo>
                <a:close/>
              </a:path>
            </a:pathLst>
          </a:custGeom>
          <a:solidFill>
            <a:srgbClr val="FF66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1582896" y="3357371"/>
            <a:ext cx="6631305" cy="2790825"/>
            <a:chOff x="1582896" y="3357371"/>
            <a:chExt cx="6631305" cy="2790825"/>
          </a:xfrm>
        </p:grpSpPr>
        <p:sp>
          <p:nvSpPr>
            <p:cNvPr id="12" name="object 12" descr=""/>
            <p:cNvSpPr/>
            <p:nvPr/>
          </p:nvSpPr>
          <p:spPr>
            <a:xfrm>
              <a:off x="6038587" y="4959308"/>
              <a:ext cx="2175510" cy="1188720"/>
            </a:xfrm>
            <a:custGeom>
              <a:avLst/>
              <a:gdLst/>
              <a:ahLst/>
              <a:cxnLst/>
              <a:rect l="l" t="t" r="r" b="b"/>
              <a:pathLst>
                <a:path w="2175509" h="1188720">
                  <a:moveTo>
                    <a:pt x="1477367" y="0"/>
                  </a:moveTo>
                  <a:lnTo>
                    <a:pt x="1422541" y="1065"/>
                  </a:lnTo>
                  <a:lnTo>
                    <a:pt x="1366528" y="3847"/>
                  </a:lnTo>
                  <a:lnTo>
                    <a:pt x="1309432" y="8366"/>
                  </a:lnTo>
                  <a:lnTo>
                    <a:pt x="1251354" y="14642"/>
                  </a:lnTo>
                  <a:lnTo>
                    <a:pt x="1192398" y="22695"/>
                  </a:lnTo>
                  <a:lnTo>
                    <a:pt x="1132665" y="32543"/>
                  </a:lnTo>
                  <a:lnTo>
                    <a:pt x="1072260" y="44208"/>
                  </a:lnTo>
                  <a:lnTo>
                    <a:pt x="1011285" y="57709"/>
                  </a:lnTo>
                  <a:lnTo>
                    <a:pt x="949841" y="73066"/>
                  </a:lnTo>
                  <a:lnTo>
                    <a:pt x="888834" y="90084"/>
                  </a:lnTo>
                  <a:lnTo>
                    <a:pt x="829151" y="108486"/>
                  </a:lnTo>
                  <a:lnTo>
                    <a:pt x="770871" y="128204"/>
                  </a:lnTo>
                  <a:lnTo>
                    <a:pt x="714076" y="149168"/>
                  </a:lnTo>
                  <a:lnTo>
                    <a:pt x="658843" y="171312"/>
                  </a:lnTo>
                  <a:lnTo>
                    <a:pt x="605252" y="194567"/>
                  </a:lnTo>
                  <a:lnTo>
                    <a:pt x="553384" y="218865"/>
                  </a:lnTo>
                  <a:lnTo>
                    <a:pt x="503316" y="244137"/>
                  </a:lnTo>
                  <a:lnTo>
                    <a:pt x="455130" y="270317"/>
                  </a:lnTo>
                  <a:lnTo>
                    <a:pt x="408903" y="297335"/>
                  </a:lnTo>
                  <a:lnTo>
                    <a:pt x="364717" y="325124"/>
                  </a:lnTo>
                  <a:lnTo>
                    <a:pt x="322649" y="353616"/>
                  </a:lnTo>
                  <a:lnTo>
                    <a:pt x="282781" y="382742"/>
                  </a:lnTo>
                  <a:lnTo>
                    <a:pt x="245191" y="412434"/>
                  </a:lnTo>
                  <a:lnTo>
                    <a:pt x="209958" y="442625"/>
                  </a:lnTo>
                  <a:lnTo>
                    <a:pt x="177163" y="473246"/>
                  </a:lnTo>
                  <a:lnTo>
                    <a:pt x="146884" y="504229"/>
                  </a:lnTo>
                  <a:lnTo>
                    <a:pt x="119201" y="535507"/>
                  </a:lnTo>
                  <a:lnTo>
                    <a:pt x="94194" y="567010"/>
                  </a:lnTo>
                  <a:lnTo>
                    <a:pt x="71942" y="598671"/>
                  </a:lnTo>
                  <a:lnTo>
                    <a:pt x="36022" y="662194"/>
                  </a:lnTo>
                  <a:lnTo>
                    <a:pt x="12076" y="725532"/>
                  </a:lnTo>
                  <a:lnTo>
                    <a:pt x="740" y="788139"/>
                  </a:lnTo>
                  <a:lnTo>
                    <a:pt x="0" y="818999"/>
                  </a:lnTo>
                  <a:lnTo>
                    <a:pt x="2650" y="849472"/>
                  </a:lnTo>
                  <a:lnTo>
                    <a:pt x="18295" y="908605"/>
                  </a:lnTo>
                  <a:lnTo>
                    <a:pt x="46963" y="962854"/>
                  </a:lnTo>
                  <a:lnTo>
                    <a:pt x="87772" y="1011665"/>
                  </a:lnTo>
                  <a:lnTo>
                    <a:pt x="139900" y="1054877"/>
                  </a:lnTo>
                  <a:lnTo>
                    <a:pt x="202527" y="1092333"/>
                  </a:lnTo>
                  <a:lnTo>
                    <a:pt x="237520" y="1108851"/>
                  </a:lnTo>
                  <a:lnTo>
                    <a:pt x="274829" y="1123871"/>
                  </a:lnTo>
                  <a:lnTo>
                    <a:pt x="314353" y="1137372"/>
                  </a:lnTo>
                  <a:lnTo>
                    <a:pt x="355987" y="1149334"/>
                  </a:lnTo>
                  <a:lnTo>
                    <a:pt x="399630" y="1159737"/>
                  </a:lnTo>
                  <a:lnTo>
                    <a:pt x="445178" y="1168562"/>
                  </a:lnTo>
                  <a:lnTo>
                    <a:pt x="492529" y="1175788"/>
                  </a:lnTo>
                  <a:lnTo>
                    <a:pt x="541580" y="1181395"/>
                  </a:lnTo>
                  <a:lnTo>
                    <a:pt x="592229" y="1185365"/>
                  </a:lnTo>
                  <a:lnTo>
                    <a:pt x="644373" y="1187676"/>
                  </a:lnTo>
                  <a:lnTo>
                    <a:pt x="697909" y="1188308"/>
                  </a:lnTo>
                  <a:lnTo>
                    <a:pt x="752734" y="1187243"/>
                  </a:lnTo>
                  <a:lnTo>
                    <a:pt x="808746" y="1184460"/>
                  </a:lnTo>
                  <a:lnTo>
                    <a:pt x="865842" y="1179939"/>
                  </a:lnTo>
                  <a:lnTo>
                    <a:pt x="923919" y="1173660"/>
                  </a:lnTo>
                  <a:lnTo>
                    <a:pt x="982875" y="1165603"/>
                  </a:lnTo>
                  <a:lnTo>
                    <a:pt x="1042607" y="1155749"/>
                  </a:lnTo>
                  <a:lnTo>
                    <a:pt x="1103012" y="1144078"/>
                  </a:lnTo>
                  <a:lnTo>
                    <a:pt x="1163988" y="1130569"/>
                  </a:lnTo>
                  <a:lnTo>
                    <a:pt x="1225431" y="1115202"/>
                  </a:lnTo>
                  <a:lnTo>
                    <a:pt x="1286439" y="1098185"/>
                  </a:lnTo>
                  <a:lnTo>
                    <a:pt x="1346122" y="1079784"/>
                  </a:lnTo>
                  <a:lnTo>
                    <a:pt x="1404401" y="1060068"/>
                  </a:lnTo>
                  <a:lnTo>
                    <a:pt x="1461197" y="1039105"/>
                  </a:lnTo>
                  <a:lnTo>
                    <a:pt x="1516430" y="1016962"/>
                  </a:lnTo>
                  <a:lnTo>
                    <a:pt x="1570021" y="993709"/>
                  </a:lnTo>
                  <a:lnTo>
                    <a:pt x="1621890" y="969412"/>
                  </a:lnTo>
                  <a:lnTo>
                    <a:pt x="1671959" y="944140"/>
                  </a:lnTo>
                  <a:lnTo>
                    <a:pt x="1720146" y="917961"/>
                  </a:lnTo>
                  <a:lnTo>
                    <a:pt x="1766374" y="890944"/>
                  </a:lnTo>
                  <a:lnTo>
                    <a:pt x="1810562" y="863156"/>
                  </a:lnTo>
                  <a:lnTo>
                    <a:pt x="1852632" y="834665"/>
                  </a:lnTo>
                  <a:lnTo>
                    <a:pt x="1892503" y="805539"/>
                  </a:lnTo>
                  <a:lnTo>
                    <a:pt x="1930096" y="775847"/>
                  </a:lnTo>
                  <a:lnTo>
                    <a:pt x="1965332" y="745657"/>
                  </a:lnTo>
                  <a:lnTo>
                    <a:pt x="1998131" y="715036"/>
                  </a:lnTo>
                  <a:lnTo>
                    <a:pt x="2028414" y="684053"/>
                  </a:lnTo>
                  <a:lnTo>
                    <a:pt x="2056101" y="652776"/>
                  </a:lnTo>
                  <a:lnTo>
                    <a:pt x="2081114" y="621272"/>
                  </a:lnTo>
                  <a:lnTo>
                    <a:pt x="2103371" y="589611"/>
                  </a:lnTo>
                  <a:lnTo>
                    <a:pt x="2139306" y="526086"/>
                  </a:lnTo>
                  <a:lnTo>
                    <a:pt x="2163268" y="462746"/>
                  </a:lnTo>
                  <a:lnTo>
                    <a:pt x="2174624" y="400135"/>
                  </a:lnTo>
                  <a:lnTo>
                    <a:pt x="2175375" y="369273"/>
                  </a:lnTo>
                  <a:lnTo>
                    <a:pt x="2172736" y="338798"/>
                  </a:lnTo>
                  <a:lnTo>
                    <a:pt x="2157091" y="279661"/>
                  </a:lnTo>
                  <a:lnTo>
                    <a:pt x="2128401" y="225410"/>
                  </a:lnTo>
                  <a:lnTo>
                    <a:pt x="2087572" y="176601"/>
                  </a:lnTo>
                  <a:lnTo>
                    <a:pt x="2035427" y="133393"/>
                  </a:lnTo>
                  <a:lnTo>
                    <a:pt x="1972787" y="95944"/>
                  </a:lnTo>
                  <a:lnTo>
                    <a:pt x="1937788" y="79429"/>
                  </a:lnTo>
                  <a:lnTo>
                    <a:pt x="1900473" y="64413"/>
                  </a:lnTo>
                  <a:lnTo>
                    <a:pt x="1860945" y="50916"/>
                  </a:lnTo>
                  <a:lnTo>
                    <a:pt x="1819306" y="38957"/>
                  </a:lnTo>
                  <a:lnTo>
                    <a:pt x="1775660" y="28558"/>
                  </a:lnTo>
                  <a:lnTo>
                    <a:pt x="1730109" y="19736"/>
                  </a:lnTo>
                  <a:lnTo>
                    <a:pt x="1682755" y="12513"/>
                  </a:lnTo>
                  <a:lnTo>
                    <a:pt x="1633701" y="6908"/>
                  </a:lnTo>
                  <a:lnTo>
                    <a:pt x="1583050" y="2941"/>
                  </a:lnTo>
                  <a:lnTo>
                    <a:pt x="1530905" y="632"/>
                  </a:lnTo>
                  <a:lnTo>
                    <a:pt x="1477367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182994" y="5159755"/>
              <a:ext cx="1764664" cy="633095"/>
            </a:xfrm>
            <a:custGeom>
              <a:avLst/>
              <a:gdLst/>
              <a:ahLst/>
              <a:cxnLst/>
              <a:rect l="l" t="t" r="r" b="b"/>
              <a:pathLst>
                <a:path w="1764665" h="633095">
                  <a:moveTo>
                    <a:pt x="46227" y="441947"/>
                  </a:moveTo>
                  <a:lnTo>
                    <a:pt x="0" y="454152"/>
                  </a:lnTo>
                  <a:lnTo>
                    <a:pt x="47370" y="633031"/>
                  </a:lnTo>
                  <a:lnTo>
                    <a:pt x="93471" y="620839"/>
                  </a:lnTo>
                  <a:lnTo>
                    <a:pt x="78104" y="562470"/>
                  </a:lnTo>
                  <a:lnTo>
                    <a:pt x="85216" y="546404"/>
                  </a:lnTo>
                  <a:lnTo>
                    <a:pt x="159663" y="546404"/>
                  </a:lnTo>
                  <a:lnTo>
                    <a:pt x="129509" y="522998"/>
                  </a:lnTo>
                  <a:lnTo>
                    <a:pt x="67563" y="522998"/>
                  </a:lnTo>
                  <a:lnTo>
                    <a:pt x="46227" y="441947"/>
                  </a:lnTo>
                  <a:close/>
                </a:path>
                <a:path w="1764665" h="633095">
                  <a:moveTo>
                    <a:pt x="159663" y="546404"/>
                  </a:moveTo>
                  <a:lnTo>
                    <a:pt x="85216" y="546404"/>
                  </a:lnTo>
                  <a:lnTo>
                    <a:pt x="157606" y="603859"/>
                  </a:lnTo>
                  <a:lnTo>
                    <a:pt x="214375" y="588873"/>
                  </a:lnTo>
                  <a:lnTo>
                    <a:pt x="159663" y="546404"/>
                  </a:lnTo>
                  <a:close/>
                </a:path>
                <a:path w="1764665" h="633095">
                  <a:moveTo>
                    <a:pt x="311280" y="374751"/>
                  </a:moveTo>
                  <a:lnTo>
                    <a:pt x="291552" y="374751"/>
                  </a:lnTo>
                  <a:lnTo>
                    <a:pt x="270763" y="378587"/>
                  </a:lnTo>
                  <a:lnTo>
                    <a:pt x="250809" y="385544"/>
                  </a:lnTo>
                  <a:lnTo>
                    <a:pt x="233997" y="395001"/>
                  </a:lnTo>
                  <a:lnTo>
                    <a:pt x="220329" y="406983"/>
                  </a:lnTo>
                  <a:lnTo>
                    <a:pt x="209895" y="421386"/>
                  </a:lnTo>
                  <a:lnTo>
                    <a:pt x="209803" y="421513"/>
                  </a:lnTo>
                  <a:lnTo>
                    <a:pt x="202684" y="437988"/>
                  </a:lnTo>
                  <a:lnTo>
                    <a:pt x="199405" y="455015"/>
                  </a:lnTo>
                  <a:lnTo>
                    <a:pt x="199433" y="474194"/>
                  </a:lnTo>
                  <a:lnTo>
                    <a:pt x="210204" y="516029"/>
                  </a:lnTo>
                  <a:lnTo>
                    <a:pt x="245744" y="557606"/>
                  </a:lnTo>
                  <a:lnTo>
                    <a:pt x="279939" y="568771"/>
                  </a:lnTo>
                  <a:lnTo>
                    <a:pt x="298935" y="568771"/>
                  </a:lnTo>
                  <a:lnTo>
                    <a:pt x="340088" y="557909"/>
                  </a:lnTo>
                  <a:lnTo>
                    <a:pt x="373111" y="533044"/>
                  </a:lnTo>
                  <a:lnTo>
                    <a:pt x="299465" y="533044"/>
                  </a:lnTo>
                  <a:lnTo>
                    <a:pt x="287527" y="531393"/>
                  </a:lnTo>
                  <a:lnTo>
                    <a:pt x="258956" y="504225"/>
                  </a:lnTo>
                  <a:lnTo>
                    <a:pt x="247776" y="461609"/>
                  </a:lnTo>
                  <a:lnTo>
                    <a:pt x="247900" y="452249"/>
                  </a:lnTo>
                  <a:lnTo>
                    <a:pt x="248117" y="447382"/>
                  </a:lnTo>
                  <a:lnTo>
                    <a:pt x="248157" y="446468"/>
                  </a:lnTo>
                  <a:lnTo>
                    <a:pt x="274065" y="413766"/>
                  </a:lnTo>
                  <a:lnTo>
                    <a:pt x="285146" y="410845"/>
                  </a:lnTo>
                  <a:lnTo>
                    <a:pt x="283675" y="410845"/>
                  </a:lnTo>
                  <a:lnTo>
                    <a:pt x="291051" y="410363"/>
                  </a:lnTo>
                  <a:lnTo>
                    <a:pt x="371347" y="410363"/>
                  </a:lnTo>
                  <a:lnTo>
                    <a:pt x="359441" y="396485"/>
                  </a:lnTo>
                  <a:lnTo>
                    <a:pt x="345058" y="385699"/>
                  </a:lnTo>
                  <a:lnTo>
                    <a:pt x="328699" y="378319"/>
                  </a:lnTo>
                  <a:lnTo>
                    <a:pt x="311280" y="374751"/>
                  </a:lnTo>
                  <a:close/>
                </a:path>
                <a:path w="1764665" h="633095">
                  <a:moveTo>
                    <a:pt x="371347" y="410363"/>
                  </a:moveTo>
                  <a:lnTo>
                    <a:pt x="291674" y="410363"/>
                  </a:lnTo>
                  <a:lnTo>
                    <a:pt x="303275" y="411861"/>
                  </a:lnTo>
                  <a:lnTo>
                    <a:pt x="308863" y="414147"/>
                  </a:lnTo>
                  <a:lnTo>
                    <a:pt x="314197" y="417830"/>
                  </a:lnTo>
                  <a:lnTo>
                    <a:pt x="319531" y="421386"/>
                  </a:lnTo>
                  <a:lnTo>
                    <a:pt x="324357" y="426720"/>
                  </a:lnTo>
                  <a:lnTo>
                    <a:pt x="341461" y="467258"/>
                  </a:lnTo>
                  <a:lnTo>
                    <a:pt x="343314" y="480751"/>
                  </a:lnTo>
                  <a:lnTo>
                    <a:pt x="343280" y="494906"/>
                  </a:lnTo>
                  <a:lnTo>
                    <a:pt x="327278" y="523189"/>
                  </a:lnTo>
                  <a:lnTo>
                    <a:pt x="322579" y="526897"/>
                  </a:lnTo>
                  <a:lnTo>
                    <a:pt x="317245" y="529526"/>
                  </a:lnTo>
                  <a:lnTo>
                    <a:pt x="305307" y="532663"/>
                  </a:lnTo>
                  <a:lnTo>
                    <a:pt x="299465" y="533044"/>
                  </a:lnTo>
                  <a:lnTo>
                    <a:pt x="373111" y="533044"/>
                  </a:lnTo>
                  <a:lnTo>
                    <a:pt x="381244" y="521817"/>
                  </a:lnTo>
                  <a:lnTo>
                    <a:pt x="388302" y="505281"/>
                  </a:lnTo>
                  <a:lnTo>
                    <a:pt x="391731" y="487370"/>
                  </a:lnTo>
                  <a:lnTo>
                    <a:pt x="391612" y="475310"/>
                  </a:lnTo>
                  <a:lnTo>
                    <a:pt x="391540" y="468071"/>
                  </a:lnTo>
                  <a:lnTo>
                    <a:pt x="387730" y="447382"/>
                  </a:lnTo>
                  <a:lnTo>
                    <a:pt x="380777" y="427330"/>
                  </a:lnTo>
                  <a:lnTo>
                    <a:pt x="371347" y="410363"/>
                  </a:lnTo>
                  <a:close/>
                </a:path>
                <a:path w="1764665" h="633095">
                  <a:moveTo>
                    <a:pt x="163575" y="410845"/>
                  </a:moveTo>
                  <a:lnTo>
                    <a:pt x="110108" y="425069"/>
                  </a:lnTo>
                  <a:lnTo>
                    <a:pt x="67563" y="522998"/>
                  </a:lnTo>
                  <a:lnTo>
                    <a:pt x="129509" y="522998"/>
                  </a:lnTo>
                  <a:lnTo>
                    <a:pt x="115569" y="512178"/>
                  </a:lnTo>
                  <a:lnTo>
                    <a:pt x="163575" y="410845"/>
                  </a:lnTo>
                  <a:close/>
                </a:path>
                <a:path w="1764665" h="633095">
                  <a:moveTo>
                    <a:pt x="452881" y="334391"/>
                  </a:moveTo>
                  <a:lnTo>
                    <a:pt x="399287" y="348615"/>
                  </a:lnTo>
                  <a:lnTo>
                    <a:pt x="446658" y="527443"/>
                  </a:lnTo>
                  <a:lnTo>
                    <a:pt x="490093" y="515937"/>
                  </a:lnTo>
                  <a:lnTo>
                    <a:pt x="458470" y="396113"/>
                  </a:lnTo>
                  <a:lnTo>
                    <a:pt x="502814" y="396113"/>
                  </a:lnTo>
                  <a:lnTo>
                    <a:pt x="452881" y="334391"/>
                  </a:lnTo>
                  <a:close/>
                </a:path>
                <a:path w="1764665" h="633095">
                  <a:moveTo>
                    <a:pt x="605682" y="370205"/>
                  </a:moveTo>
                  <a:lnTo>
                    <a:pt x="556640" y="370205"/>
                  </a:lnTo>
                  <a:lnTo>
                    <a:pt x="588263" y="489978"/>
                  </a:lnTo>
                  <a:lnTo>
                    <a:pt x="634110" y="477850"/>
                  </a:lnTo>
                  <a:lnTo>
                    <a:pt x="605682" y="370205"/>
                  </a:lnTo>
                  <a:close/>
                </a:path>
                <a:path w="1764665" h="633095">
                  <a:moveTo>
                    <a:pt x="502814" y="396113"/>
                  </a:moveTo>
                  <a:lnTo>
                    <a:pt x="458470" y="396113"/>
                  </a:lnTo>
                  <a:lnTo>
                    <a:pt x="512190" y="465124"/>
                  </a:lnTo>
                  <a:lnTo>
                    <a:pt x="543940" y="456704"/>
                  </a:lnTo>
                  <a:lnTo>
                    <a:pt x="550282" y="413512"/>
                  </a:lnTo>
                  <a:lnTo>
                    <a:pt x="516889" y="413512"/>
                  </a:lnTo>
                  <a:lnTo>
                    <a:pt x="502814" y="396113"/>
                  </a:lnTo>
                  <a:close/>
                </a:path>
                <a:path w="1764665" h="633095">
                  <a:moveTo>
                    <a:pt x="676021" y="275336"/>
                  </a:moveTo>
                  <a:lnTo>
                    <a:pt x="629538" y="287655"/>
                  </a:lnTo>
                  <a:lnTo>
                    <a:pt x="659764" y="401955"/>
                  </a:lnTo>
                  <a:lnTo>
                    <a:pt x="664998" y="416732"/>
                  </a:lnTo>
                  <a:lnTo>
                    <a:pt x="665044" y="416861"/>
                  </a:lnTo>
                  <a:lnTo>
                    <a:pt x="665146" y="417150"/>
                  </a:lnTo>
                  <a:lnTo>
                    <a:pt x="693293" y="447281"/>
                  </a:lnTo>
                  <a:lnTo>
                    <a:pt x="721741" y="453940"/>
                  </a:lnTo>
                  <a:lnTo>
                    <a:pt x="738691" y="453008"/>
                  </a:lnTo>
                  <a:lnTo>
                    <a:pt x="775571" y="443255"/>
                  </a:lnTo>
                  <a:lnTo>
                    <a:pt x="811252" y="416861"/>
                  </a:lnTo>
                  <a:lnTo>
                    <a:pt x="732694" y="416861"/>
                  </a:lnTo>
                  <a:lnTo>
                    <a:pt x="726193" y="415538"/>
                  </a:lnTo>
                  <a:lnTo>
                    <a:pt x="705484" y="386969"/>
                  </a:lnTo>
                  <a:lnTo>
                    <a:pt x="676021" y="275336"/>
                  </a:lnTo>
                  <a:close/>
                </a:path>
                <a:path w="1764665" h="633095">
                  <a:moveTo>
                    <a:pt x="788797" y="245618"/>
                  </a:moveTo>
                  <a:lnTo>
                    <a:pt x="742441" y="257810"/>
                  </a:lnTo>
                  <a:lnTo>
                    <a:pt x="771905" y="369443"/>
                  </a:lnTo>
                  <a:lnTo>
                    <a:pt x="773791" y="378559"/>
                  </a:lnTo>
                  <a:lnTo>
                    <a:pt x="756342" y="412474"/>
                  </a:lnTo>
                  <a:lnTo>
                    <a:pt x="732694" y="416861"/>
                  </a:lnTo>
                  <a:lnTo>
                    <a:pt x="811252" y="416861"/>
                  </a:lnTo>
                  <a:lnTo>
                    <a:pt x="821796" y="378559"/>
                  </a:lnTo>
                  <a:lnTo>
                    <a:pt x="821826" y="375614"/>
                  </a:lnTo>
                  <a:lnTo>
                    <a:pt x="818896" y="359664"/>
                  </a:lnTo>
                  <a:lnTo>
                    <a:pt x="788797" y="245618"/>
                  </a:lnTo>
                  <a:close/>
                </a:path>
                <a:path w="1764665" h="633095">
                  <a:moveTo>
                    <a:pt x="586866" y="298958"/>
                  </a:moveTo>
                  <a:lnTo>
                    <a:pt x="533273" y="313182"/>
                  </a:lnTo>
                  <a:lnTo>
                    <a:pt x="517059" y="412474"/>
                  </a:lnTo>
                  <a:lnTo>
                    <a:pt x="517014" y="412750"/>
                  </a:lnTo>
                  <a:lnTo>
                    <a:pt x="516889" y="413512"/>
                  </a:lnTo>
                  <a:lnTo>
                    <a:pt x="550282" y="413512"/>
                  </a:lnTo>
                  <a:lnTo>
                    <a:pt x="556640" y="370205"/>
                  </a:lnTo>
                  <a:lnTo>
                    <a:pt x="605682" y="370205"/>
                  </a:lnTo>
                  <a:lnTo>
                    <a:pt x="586866" y="298958"/>
                  </a:lnTo>
                  <a:close/>
                </a:path>
                <a:path w="1764665" h="633095">
                  <a:moveTo>
                    <a:pt x="887602" y="219456"/>
                  </a:moveTo>
                  <a:lnTo>
                    <a:pt x="832484" y="233934"/>
                  </a:lnTo>
                  <a:lnTo>
                    <a:pt x="879855" y="412877"/>
                  </a:lnTo>
                  <a:lnTo>
                    <a:pt x="922020" y="401701"/>
                  </a:lnTo>
                  <a:lnTo>
                    <a:pt x="889634" y="278892"/>
                  </a:lnTo>
                  <a:lnTo>
                    <a:pt x="951999" y="278892"/>
                  </a:lnTo>
                  <a:lnTo>
                    <a:pt x="887602" y="219456"/>
                  </a:lnTo>
                  <a:close/>
                </a:path>
                <a:path w="1764665" h="633095">
                  <a:moveTo>
                    <a:pt x="951999" y="278892"/>
                  </a:moveTo>
                  <a:lnTo>
                    <a:pt x="889634" y="278892"/>
                  </a:lnTo>
                  <a:lnTo>
                    <a:pt x="997965" y="381635"/>
                  </a:lnTo>
                  <a:lnTo>
                    <a:pt x="1042415" y="369824"/>
                  </a:lnTo>
                  <a:lnTo>
                    <a:pt x="1025202" y="304673"/>
                  </a:lnTo>
                  <a:lnTo>
                    <a:pt x="979931" y="304673"/>
                  </a:lnTo>
                  <a:lnTo>
                    <a:pt x="951999" y="278892"/>
                  </a:lnTo>
                  <a:close/>
                </a:path>
                <a:path w="1764665" h="633095">
                  <a:moveTo>
                    <a:pt x="1119295" y="205105"/>
                  </a:moveTo>
                  <a:lnTo>
                    <a:pt x="1069848" y="205105"/>
                  </a:lnTo>
                  <a:lnTo>
                    <a:pt x="1100454" y="320548"/>
                  </a:lnTo>
                  <a:lnTo>
                    <a:pt x="1071118" y="328295"/>
                  </a:lnTo>
                  <a:lnTo>
                    <a:pt x="1079500" y="360045"/>
                  </a:lnTo>
                  <a:lnTo>
                    <a:pt x="1184275" y="332359"/>
                  </a:lnTo>
                  <a:lnTo>
                    <a:pt x="1177938" y="308356"/>
                  </a:lnTo>
                  <a:lnTo>
                    <a:pt x="1146555" y="308356"/>
                  </a:lnTo>
                  <a:lnTo>
                    <a:pt x="1119295" y="205105"/>
                  </a:lnTo>
                  <a:close/>
                </a:path>
                <a:path w="1764665" h="633095">
                  <a:moveTo>
                    <a:pt x="1220470" y="131445"/>
                  </a:moveTo>
                  <a:lnTo>
                    <a:pt x="1174241" y="143637"/>
                  </a:lnTo>
                  <a:lnTo>
                    <a:pt x="1221612" y="322453"/>
                  </a:lnTo>
                  <a:lnTo>
                    <a:pt x="1267713" y="310261"/>
                  </a:lnTo>
                  <a:lnTo>
                    <a:pt x="1252347" y="251968"/>
                  </a:lnTo>
                  <a:lnTo>
                    <a:pt x="1259458" y="235839"/>
                  </a:lnTo>
                  <a:lnTo>
                    <a:pt x="1333816" y="235839"/>
                  </a:lnTo>
                  <a:lnTo>
                    <a:pt x="1303716" y="212471"/>
                  </a:lnTo>
                  <a:lnTo>
                    <a:pt x="1241805" y="212471"/>
                  </a:lnTo>
                  <a:lnTo>
                    <a:pt x="1220470" y="131445"/>
                  </a:lnTo>
                  <a:close/>
                </a:path>
                <a:path w="1764665" h="633095">
                  <a:moveTo>
                    <a:pt x="1175893" y="300609"/>
                  </a:moveTo>
                  <a:lnTo>
                    <a:pt x="1146555" y="308356"/>
                  </a:lnTo>
                  <a:lnTo>
                    <a:pt x="1177938" y="308356"/>
                  </a:lnTo>
                  <a:lnTo>
                    <a:pt x="1175893" y="300609"/>
                  </a:lnTo>
                  <a:close/>
                </a:path>
                <a:path w="1764665" h="633095">
                  <a:moveTo>
                    <a:pt x="995172" y="191008"/>
                  </a:moveTo>
                  <a:lnTo>
                    <a:pt x="952880" y="202184"/>
                  </a:lnTo>
                  <a:lnTo>
                    <a:pt x="979931" y="304673"/>
                  </a:lnTo>
                  <a:lnTo>
                    <a:pt x="1025202" y="304673"/>
                  </a:lnTo>
                  <a:lnTo>
                    <a:pt x="995172" y="191008"/>
                  </a:lnTo>
                  <a:close/>
                </a:path>
                <a:path w="1764665" h="633095">
                  <a:moveTo>
                    <a:pt x="1333816" y="235839"/>
                  </a:moveTo>
                  <a:lnTo>
                    <a:pt x="1259458" y="235839"/>
                  </a:lnTo>
                  <a:lnTo>
                    <a:pt x="1331976" y="293370"/>
                  </a:lnTo>
                  <a:lnTo>
                    <a:pt x="1388618" y="278384"/>
                  </a:lnTo>
                  <a:lnTo>
                    <a:pt x="1333816" y="235839"/>
                  </a:lnTo>
                  <a:close/>
                </a:path>
                <a:path w="1764665" h="633095">
                  <a:moveTo>
                    <a:pt x="1136903" y="153416"/>
                  </a:moveTo>
                  <a:lnTo>
                    <a:pt x="1032128" y="181229"/>
                  </a:lnTo>
                  <a:lnTo>
                    <a:pt x="1040410" y="212471"/>
                  </a:lnTo>
                  <a:lnTo>
                    <a:pt x="1040510" y="212852"/>
                  </a:lnTo>
                  <a:lnTo>
                    <a:pt x="1069848" y="205105"/>
                  </a:lnTo>
                  <a:lnTo>
                    <a:pt x="1119295" y="205105"/>
                  </a:lnTo>
                  <a:lnTo>
                    <a:pt x="1116076" y="192913"/>
                  </a:lnTo>
                  <a:lnTo>
                    <a:pt x="1145285" y="185166"/>
                  </a:lnTo>
                  <a:lnTo>
                    <a:pt x="1136903" y="153416"/>
                  </a:lnTo>
                  <a:close/>
                </a:path>
                <a:path w="1764665" h="633095">
                  <a:moveTo>
                    <a:pt x="1337818" y="100330"/>
                  </a:moveTo>
                  <a:lnTo>
                    <a:pt x="1284351" y="114554"/>
                  </a:lnTo>
                  <a:lnTo>
                    <a:pt x="1241805" y="212471"/>
                  </a:lnTo>
                  <a:lnTo>
                    <a:pt x="1303716" y="212471"/>
                  </a:lnTo>
                  <a:lnTo>
                    <a:pt x="1289811" y="201676"/>
                  </a:lnTo>
                  <a:lnTo>
                    <a:pt x="1337818" y="100330"/>
                  </a:lnTo>
                  <a:close/>
                </a:path>
                <a:path w="1764665" h="633095">
                  <a:moveTo>
                    <a:pt x="1463548" y="67056"/>
                  </a:moveTo>
                  <a:lnTo>
                    <a:pt x="1410461" y="81153"/>
                  </a:lnTo>
                  <a:lnTo>
                    <a:pt x="1391665" y="277495"/>
                  </a:lnTo>
                  <a:lnTo>
                    <a:pt x="1438275" y="265176"/>
                  </a:lnTo>
                  <a:lnTo>
                    <a:pt x="1441069" y="225806"/>
                  </a:lnTo>
                  <a:lnTo>
                    <a:pt x="1507362" y="208280"/>
                  </a:lnTo>
                  <a:lnTo>
                    <a:pt x="1562771" y="208280"/>
                  </a:lnTo>
                  <a:lnTo>
                    <a:pt x="1549922" y="189992"/>
                  </a:lnTo>
                  <a:lnTo>
                    <a:pt x="1443481" y="189992"/>
                  </a:lnTo>
                  <a:lnTo>
                    <a:pt x="1448561" y="120142"/>
                  </a:lnTo>
                  <a:lnTo>
                    <a:pt x="1500846" y="120142"/>
                  </a:lnTo>
                  <a:lnTo>
                    <a:pt x="1463548" y="67056"/>
                  </a:lnTo>
                  <a:close/>
                </a:path>
                <a:path w="1764665" h="633095">
                  <a:moveTo>
                    <a:pt x="1562771" y="208280"/>
                  </a:moveTo>
                  <a:lnTo>
                    <a:pt x="1507362" y="208280"/>
                  </a:lnTo>
                  <a:lnTo>
                    <a:pt x="1529333" y="241046"/>
                  </a:lnTo>
                  <a:lnTo>
                    <a:pt x="1576958" y="228473"/>
                  </a:lnTo>
                  <a:lnTo>
                    <a:pt x="1562771" y="208280"/>
                  </a:lnTo>
                  <a:close/>
                </a:path>
                <a:path w="1764665" h="633095">
                  <a:moveTo>
                    <a:pt x="1609598" y="28448"/>
                  </a:moveTo>
                  <a:lnTo>
                    <a:pt x="1554479" y="43053"/>
                  </a:lnTo>
                  <a:lnTo>
                    <a:pt x="1601724" y="221996"/>
                  </a:lnTo>
                  <a:lnTo>
                    <a:pt x="1644014" y="210820"/>
                  </a:lnTo>
                  <a:lnTo>
                    <a:pt x="1611502" y="88011"/>
                  </a:lnTo>
                  <a:lnTo>
                    <a:pt x="1674131" y="88011"/>
                  </a:lnTo>
                  <a:lnTo>
                    <a:pt x="1609598" y="28448"/>
                  </a:lnTo>
                  <a:close/>
                </a:path>
                <a:path w="1764665" h="633095">
                  <a:moveTo>
                    <a:pt x="1674131" y="88011"/>
                  </a:moveTo>
                  <a:lnTo>
                    <a:pt x="1611502" y="88011"/>
                  </a:lnTo>
                  <a:lnTo>
                    <a:pt x="1719960" y="190754"/>
                  </a:lnTo>
                  <a:lnTo>
                    <a:pt x="1764410" y="178943"/>
                  </a:lnTo>
                  <a:lnTo>
                    <a:pt x="1747130" y="113665"/>
                  </a:lnTo>
                  <a:lnTo>
                    <a:pt x="1701927" y="113665"/>
                  </a:lnTo>
                  <a:lnTo>
                    <a:pt x="1674131" y="88011"/>
                  </a:lnTo>
                  <a:close/>
                </a:path>
                <a:path w="1764665" h="633095">
                  <a:moveTo>
                    <a:pt x="1500846" y="120142"/>
                  </a:moveTo>
                  <a:lnTo>
                    <a:pt x="1448561" y="120142"/>
                  </a:lnTo>
                  <a:lnTo>
                    <a:pt x="1487551" y="178435"/>
                  </a:lnTo>
                  <a:lnTo>
                    <a:pt x="1443481" y="189992"/>
                  </a:lnTo>
                  <a:lnTo>
                    <a:pt x="1549922" y="189992"/>
                  </a:lnTo>
                  <a:lnTo>
                    <a:pt x="1500846" y="120142"/>
                  </a:lnTo>
                  <a:close/>
                </a:path>
                <a:path w="1764665" h="633095">
                  <a:moveTo>
                    <a:pt x="1717039" y="0"/>
                  </a:moveTo>
                  <a:lnTo>
                    <a:pt x="1674749" y="11176"/>
                  </a:lnTo>
                  <a:lnTo>
                    <a:pt x="1701927" y="113665"/>
                  </a:lnTo>
                  <a:lnTo>
                    <a:pt x="1747130" y="113665"/>
                  </a:lnTo>
                  <a:lnTo>
                    <a:pt x="17170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82896" y="4932998"/>
              <a:ext cx="2232025" cy="1100455"/>
            </a:xfrm>
            <a:custGeom>
              <a:avLst/>
              <a:gdLst/>
              <a:ahLst/>
              <a:cxnLst/>
              <a:rect l="l" t="t" r="r" b="b"/>
              <a:pathLst>
                <a:path w="2232025" h="1100454">
                  <a:moveTo>
                    <a:pt x="596146" y="0"/>
                  </a:moveTo>
                  <a:lnTo>
                    <a:pt x="544525" y="446"/>
                  </a:lnTo>
                  <a:lnTo>
                    <a:pt x="494574" y="2432"/>
                  </a:lnTo>
                  <a:lnTo>
                    <a:pt x="446396" y="5944"/>
                  </a:lnTo>
                  <a:lnTo>
                    <a:pt x="400096" y="10972"/>
                  </a:lnTo>
                  <a:lnTo>
                    <a:pt x="355778" y="17505"/>
                  </a:lnTo>
                  <a:lnTo>
                    <a:pt x="313546" y="25530"/>
                  </a:lnTo>
                  <a:lnTo>
                    <a:pt x="273505" y="35036"/>
                  </a:lnTo>
                  <a:lnTo>
                    <a:pt x="235760" y="46013"/>
                  </a:lnTo>
                  <a:lnTo>
                    <a:pt x="167573" y="72331"/>
                  </a:lnTo>
                  <a:lnTo>
                    <a:pt x="109821" y="104392"/>
                  </a:lnTo>
                  <a:lnTo>
                    <a:pt x="63338" y="142105"/>
                  </a:lnTo>
                  <a:lnTo>
                    <a:pt x="28961" y="185379"/>
                  </a:lnTo>
                  <a:lnTo>
                    <a:pt x="7524" y="234123"/>
                  </a:lnTo>
                  <a:lnTo>
                    <a:pt x="0" y="286834"/>
                  </a:lnTo>
                  <a:lnTo>
                    <a:pt x="1486" y="314039"/>
                  </a:lnTo>
                  <a:lnTo>
                    <a:pt x="14541" y="369826"/>
                  </a:lnTo>
                  <a:lnTo>
                    <a:pt x="40489" y="427015"/>
                  </a:lnTo>
                  <a:lnTo>
                    <a:pt x="78668" y="485090"/>
                  </a:lnTo>
                  <a:lnTo>
                    <a:pt x="128414" y="543532"/>
                  </a:lnTo>
                  <a:lnTo>
                    <a:pt x="157419" y="572729"/>
                  </a:lnTo>
                  <a:lnTo>
                    <a:pt x="189067" y="601823"/>
                  </a:lnTo>
                  <a:lnTo>
                    <a:pt x="223276" y="630751"/>
                  </a:lnTo>
                  <a:lnTo>
                    <a:pt x="259964" y="659446"/>
                  </a:lnTo>
                  <a:lnTo>
                    <a:pt x="299047" y="687845"/>
                  </a:lnTo>
                  <a:lnTo>
                    <a:pt x="340442" y="715883"/>
                  </a:lnTo>
                  <a:lnTo>
                    <a:pt x="384068" y="743494"/>
                  </a:lnTo>
                  <a:lnTo>
                    <a:pt x="429841" y="770615"/>
                  </a:lnTo>
                  <a:lnTo>
                    <a:pt x="477678" y="797179"/>
                  </a:lnTo>
                  <a:lnTo>
                    <a:pt x="527497" y="823124"/>
                  </a:lnTo>
                  <a:lnTo>
                    <a:pt x="579215" y="848384"/>
                  </a:lnTo>
                  <a:lnTo>
                    <a:pt x="632749" y="872893"/>
                  </a:lnTo>
                  <a:lnTo>
                    <a:pt x="688016" y="896589"/>
                  </a:lnTo>
                  <a:lnTo>
                    <a:pt x="744934" y="919405"/>
                  </a:lnTo>
                  <a:lnTo>
                    <a:pt x="803420" y="941277"/>
                  </a:lnTo>
                  <a:lnTo>
                    <a:pt x="863390" y="962140"/>
                  </a:lnTo>
                  <a:lnTo>
                    <a:pt x="924764" y="981929"/>
                  </a:lnTo>
                  <a:lnTo>
                    <a:pt x="987456" y="1000581"/>
                  </a:lnTo>
                  <a:lnTo>
                    <a:pt x="1050543" y="1017805"/>
                  </a:lnTo>
                  <a:lnTo>
                    <a:pt x="1113109" y="1033366"/>
                  </a:lnTo>
                  <a:lnTo>
                    <a:pt x="1175050" y="1047276"/>
                  </a:lnTo>
                  <a:lnTo>
                    <a:pt x="1236262" y="1059545"/>
                  </a:lnTo>
                  <a:lnTo>
                    <a:pt x="1296641" y="1070186"/>
                  </a:lnTo>
                  <a:lnTo>
                    <a:pt x="1356081" y="1079209"/>
                  </a:lnTo>
                  <a:lnTo>
                    <a:pt x="1414480" y="1086625"/>
                  </a:lnTo>
                  <a:lnTo>
                    <a:pt x="1471731" y="1092447"/>
                  </a:lnTo>
                  <a:lnTo>
                    <a:pt x="1527732" y="1096685"/>
                  </a:lnTo>
                  <a:lnTo>
                    <a:pt x="1582376" y="1099351"/>
                  </a:lnTo>
                  <a:lnTo>
                    <a:pt x="1635561" y="1100456"/>
                  </a:lnTo>
                  <a:lnTo>
                    <a:pt x="1687181" y="1100011"/>
                  </a:lnTo>
                  <a:lnTo>
                    <a:pt x="1737132" y="1098028"/>
                  </a:lnTo>
                  <a:lnTo>
                    <a:pt x="1785310" y="1094518"/>
                  </a:lnTo>
                  <a:lnTo>
                    <a:pt x="1831611" y="1089492"/>
                  </a:lnTo>
                  <a:lnTo>
                    <a:pt x="1875929" y="1082962"/>
                  </a:lnTo>
                  <a:lnTo>
                    <a:pt x="1918160" y="1074939"/>
                  </a:lnTo>
                  <a:lnTo>
                    <a:pt x="1958201" y="1065434"/>
                  </a:lnTo>
                  <a:lnTo>
                    <a:pt x="1995946" y="1054459"/>
                  </a:lnTo>
                  <a:lnTo>
                    <a:pt x="2064133" y="1028143"/>
                  </a:lnTo>
                  <a:lnTo>
                    <a:pt x="2121885" y="996081"/>
                  </a:lnTo>
                  <a:lnTo>
                    <a:pt x="2168368" y="958365"/>
                  </a:lnTo>
                  <a:lnTo>
                    <a:pt x="2202745" y="915084"/>
                  </a:lnTo>
                  <a:lnTo>
                    <a:pt x="2224182" y="866329"/>
                  </a:lnTo>
                  <a:lnTo>
                    <a:pt x="2231707" y="813619"/>
                  </a:lnTo>
                  <a:lnTo>
                    <a:pt x="2230221" y="786415"/>
                  </a:lnTo>
                  <a:lnTo>
                    <a:pt x="2217165" y="730630"/>
                  </a:lnTo>
                  <a:lnTo>
                    <a:pt x="2191217" y="673444"/>
                  </a:lnTo>
                  <a:lnTo>
                    <a:pt x="2153039" y="615373"/>
                  </a:lnTo>
                  <a:lnTo>
                    <a:pt x="2103292" y="556934"/>
                  </a:lnTo>
                  <a:lnTo>
                    <a:pt x="2074288" y="527739"/>
                  </a:lnTo>
                  <a:lnTo>
                    <a:pt x="2042639" y="498647"/>
                  </a:lnTo>
                  <a:lnTo>
                    <a:pt x="2008430" y="469721"/>
                  </a:lnTo>
                  <a:lnTo>
                    <a:pt x="1971743" y="441027"/>
                  </a:lnTo>
                  <a:lnTo>
                    <a:pt x="1932660" y="412630"/>
                  </a:lnTo>
                  <a:lnTo>
                    <a:pt x="1891264" y="384594"/>
                  </a:lnTo>
                  <a:lnTo>
                    <a:pt x="1847638" y="356983"/>
                  </a:lnTo>
                  <a:lnTo>
                    <a:pt x="1801866" y="329864"/>
                  </a:lnTo>
                  <a:lnTo>
                    <a:pt x="1754028" y="303299"/>
                  </a:lnTo>
                  <a:lnTo>
                    <a:pt x="1704209" y="277355"/>
                  </a:lnTo>
                  <a:lnTo>
                    <a:pt x="1652492" y="252095"/>
                  </a:lnTo>
                  <a:lnTo>
                    <a:pt x="1598958" y="227585"/>
                  </a:lnTo>
                  <a:lnTo>
                    <a:pt x="1543690" y="203889"/>
                  </a:lnTo>
                  <a:lnTo>
                    <a:pt x="1486772" y="181071"/>
                  </a:lnTo>
                  <a:lnTo>
                    <a:pt x="1428287" y="159197"/>
                  </a:lnTo>
                  <a:lnTo>
                    <a:pt x="1368316" y="138332"/>
                  </a:lnTo>
                  <a:lnTo>
                    <a:pt x="1306943" y="118539"/>
                  </a:lnTo>
                  <a:lnTo>
                    <a:pt x="1244250" y="99884"/>
                  </a:lnTo>
                  <a:lnTo>
                    <a:pt x="1181164" y="82655"/>
                  </a:lnTo>
                  <a:lnTo>
                    <a:pt x="1118598" y="67090"/>
                  </a:lnTo>
                  <a:lnTo>
                    <a:pt x="1056656" y="53178"/>
                  </a:lnTo>
                  <a:lnTo>
                    <a:pt x="995444" y="40906"/>
                  </a:lnTo>
                  <a:lnTo>
                    <a:pt x="935066" y="30265"/>
                  </a:lnTo>
                  <a:lnTo>
                    <a:pt x="875625" y="21241"/>
                  </a:lnTo>
                  <a:lnTo>
                    <a:pt x="817227" y="13825"/>
                  </a:lnTo>
                  <a:lnTo>
                    <a:pt x="759975" y="8004"/>
                  </a:lnTo>
                  <a:lnTo>
                    <a:pt x="703975" y="3767"/>
                  </a:lnTo>
                  <a:lnTo>
                    <a:pt x="649330" y="1102"/>
                  </a:lnTo>
                  <a:lnTo>
                    <a:pt x="596146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004313" y="5229732"/>
              <a:ext cx="1311275" cy="525780"/>
            </a:xfrm>
            <a:custGeom>
              <a:avLst/>
              <a:gdLst/>
              <a:ahLst/>
              <a:cxnLst/>
              <a:rect l="l" t="t" r="r" b="b"/>
              <a:pathLst>
                <a:path w="1311275" h="525779">
                  <a:moveTo>
                    <a:pt x="282130" y="68738"/>
                  </a:moveTo>
                  <a:lnTo>
                    <a:pt x="233253" y="89644"/>
                  </a:lnTo>
                  <a:lnTo>
                    <a:pt x="204088" y="139954"/>
                  </a:lnTo>
                  <a:lnTo>
                    <a:pt x="199619" y="168544"/>
                  </a:lnTo>
                  <a:lnTo>
                    <a:pt x="199533" y="171535"/>
                  </a:lnTo>
                  <a:lnTo>
                    <a:pt x="199424" y="175349"/>
                  </a:lnTo>
                  <a:lnTo>
                    <a:pt x="199351" y="177927"/>
                  </a:lnTo>
                  <a:lnTo>
                    <a:pt x="199294" y="179895"/>
                  </a:lnTo>
                  <a:lnTo>
                    <a:pt x="202410" y="197854"/>
                  </a:lnTo>
                  <a:lnTo>
                    <a:pt x="232838" y="241554"/>
                  </a:lnTo>
                  <a:lnTo>
                    <a:pt x="269367" y="258699"/>
                  </a:lnTo>
                  <a:lnTo>
                    <a:pt x="309451" y="263413"/>
                  </a:lnTo>
                  <a:lnTo>
                    <a:pt x="327392" y="260074"/>
                  </a:lnTo>
                  <a:lnTo>
                    <a:pt x="343916" y="252984"/>
                  </a:lnTo>
                  <a:lnTo>
                    <a:pt x="358437" y="242391"/>
                  </a:lnTo>
                  <a:lnTo>
                    <a:pt x="370554" y="228727"/>
                  </a:lnTo>
                  <a:lnTo>
                    <a:pt x="371364" y="227330"/>
                  </a:lnTo>
                  <a:lnTo>
                    <a:pt x="290830" y="227330"/>
                  </a:lnTo>
                  <a:lnTo>
                    <a:pt x="284861" y="226822"/>
                  </a:lnTo>
                  <a:lnTo>
                    <a:pt x="249428" y="196850"/>
                  </a:lnTo>
                  <a:lnTo>
                    <a:pt x="247650" y="181737"/>
                  </a:lnTo>
                  <a:lnTo>
                    <a:pt x="247767" y="175349"/>
                  </a:lnTo>
                  <a:lnTo>
                    <a:pt x="259911" y="133022"/>
                  </a:lnTo>
                  <a:lnTo>
                    <a:pt x="289687" y="106045"/>
                  </a:lnTo>
                  <a:lnTo>
                    <a:pt x="301117" y="104775"/>
                  </a:lnTo>
                  <a:lnTo>
                    <a:pt x="373462" y="104775"/>
                  </a:lnTo>
                  <a:lnTo>
                    <a:pt x="372062" y="102784"/>
                  </a:lnTo>
                  <a:lnTo>
                    <a:pt x="358584" y="90535"/>
                  </a:lnTo>
                  <a:lnTo>
                    <a:pt x="341963" y="80738"/>
                  </a:lnTo>
                  <a:lnTo>
                    <a:pt x="322199" y="73406"/>
                  </a:lnTo>
                  <a:lnTo>
                    <a:pt x="301462" y="69191"/>
                  </a:lnTo>
                  <a:lnTo>
                    <a:pt x="282130" y="68738"/>
                  </a:lnTo>
                  <a:close/>
                </a:path>
                <a:path w="1311275" h="525779">
                  <a:moveTo>
                    <a:pt x="373462" y="104775"/>
                  </a:moveTo>
                  <a:lnTo>
                    <a:pt x="301117" y="104775"/>
                  </a:lnTo>
                  <a:lnTo>
                    <a:pt x="306959" y="105283"/>
                  </a:lnTo>
                  <a:lnTo>
                    <a:pt x="312674" y="107061"/>
                  </a:lnTo>
                  <a:lnTo>
                    <a:pt x="318516" y="108585"/>
                  </a:lnTo>
                  <a:lnTo>
                    <a:pt x="323723" y="111252"/>
                  </a:lnTo>
                  <a:lnTo>
                    <a:pt x="328294" y="114935"/>
                  </a:lnTo>
                  <a:lnTo>
                    <a:pt x="332994" y="118618"/>
                  </a:lnTo>
                  <a:lnTo>
                    <a:pt x="336677" y="123444"/>
                  </a:lnTo>
                  <a:lnTo>
                    <a:pt x="342138" y="135128"/>
                  </a:lnTo>
                  <a:lnTo>
                    <a:pt x="343535" y="142113"/>
                  </a:lnTo>
                  <a:lnTo>
                    <a:pt x="343916" y="150241"/>
                  </a:lnTo>
                  <a:lnTo>
                    <a:pt x="343870" y="156648"/>
                  </a:lnTo>
                  <a:lnTo>
                    <a:pt x="332279" y="198296"/>
                  </a:lnTo>
                  <a:lnTo>
                    <a:pt x="302768" y="225806"/>
                  </a:lnTo>
                  <a:lnTo>
                    <a:pt x="290830" y="227330"/>
                  </a:lnTo>
                  <a:lnTo>
                    <a:pt x="371364" y="227330"/>
                  </a:lnTo>
                  <a:lnTo>
                    <a:pt x="380241" y="212014"/>
                  </a:lnTo>
                  <a:lnTo>
                    <a:pt x="387459" y="192325"/>
                  </a:lnTo>
                  <a:lnTo>
                    <a:pt x="391791" y="171535"/>
                  </a:lnTo>
                  <a:lnTo>
                    <a:pt x="392029" y="163496"/>
                  </a:lnTo>
                  <a:lnTo>
                    <a:pt x="392115" y="160603"/>
                  </a:lnTo>
                  <a:lnTo>
                    <a:pt x="392233" y="156648"/>
                  </a:lnTo>
                  <a:lnTo>
                    <a:pt x="392325" y="153543"/>
                  </a:lnTo>
                  <a:lnTo>
                    <a:pt x="392366" y="152161"/>
                  </a:lnTo>
                  <a:lnTo>
                    <a:pt x="389227" y="134145"/>
                  </a:lnTo>
                  <a:lnTo>
                    <a:pt x="382397" y="117475"/>
                  </a:lnTo>
                  <a:lnTo>
                    <a:pt x="373462" y="104775"/>
                  </a:lnTo>
                  <a:close/>
                </a:path>
                <a:path w="1311275" h="525779">
                  <a:moveTo>
                    <a:pt x="125880" y="122809"/>
                  </a:moveTo>
                  <a:lnTo>
                    <a:pt x="76962" y="122809"/>
                  </a:lnTo>
                  <a:lnTo>
                    <a:pt x="109728" y="209169"/>
                  </a:lnTo>
                  <a:lnTo>
                    <a:pt x="166116" y="225298"/>
                  </a:lnTo>
                  <a:lnTo>
                    <a:pt x="125880" y="122809"/>
                  </a:lnTo>
                  <a:close/>
                </a:path>
                <a:path w="1311275" h="525779">
                  <a:moveTo>
                    <a:pt x="50800" y="0"/>
                  </a:moveTo>
                  <a:lnTo>
                    <a:pt x="0" y="177927"/>
                  </a:lnTo>
                  <a:lnTo>
                    <a:pt x="45974" y="191008"/>
                  </a:lnTo>
                  <a:lnTo>
                    <a:pt x="62468" y="133022"/>
                  </a:lnTo>
                  <a:lnTo>
                    <a:pt x="76962" y="122809"/>
                  </a:lnTo>
                  <a:lnTo>
                    <a:pt x="125880" y="122809"/>
                  </a:lnTo>
                  <a:lnTo>
                    <a:pt x="120396" y="108839"/>
                  </a:lnTo>
                  <a:lnTo>
                    <a:pt x="142911" y="93726"/>
                  </a:lnTo>
                  <a:lnTo>
                    <a:pt x="73660" y="93726"/>
                  </a:lnTo>
                  <a:lnTo>
                    <a:pt x="96647" y="13081"/>
                  </a:lnTo>
                  <a:lnTo>
                    <a:pt x="50800" y="0"/>
                  </a:lnTo>
                  <a:close/>
                </a:path>
                <a:path w="1311275" h="525779">
                  <a:moveTo>
                    <a:pt x="160274" y="31242"/>
                  </a:moveTo>
                  <a:lnTo>
                    <a:pt x="73660" y="93726"/>
                  </a:lnTo>
                  <a:lnTo>
                    <a:pt x="142911" y="93726"/>
                  </a:lnTo>
                  <a:lnTo>
                    <a:pt x="213487" y="46355"/>
                  </a:lnTo>
                  <a:lnTo>
                    <a:pt x="160274" y="31242"/>
                  </a:lnTo>
                  <a:close/>
                </a:path>
                <a:path w="1311275" h="525779">
                  <a:moveTo>
                    <a:pt x="518319" y="181102"/>
                  </a:moveTo>
                  <a:lnTo>
                    <a:pt x="474091" y="181102"/>
                  </a:lnTo>
                  <a:lnTo>
                    <a:pt x="514858" y="324739"/>
                  </a:lnTo>
                  <a:lnTo>
                    <a:pt x="559054" y="337312"/>
                  </a:lnTo>
                  <a:lnTo>
                    <a:pt x="584119" y="249301"/>
                  </a:lnTo>
                  <a:lnTo>
                    <a:pt x="538607" y="249301"/>
                  </a:lnTo>
                  <a:lnTo>
                    <a:pt x="518319" y="181102"/>
                  </a:lnTo>
                  <a:close/>
                </a:path>
                <a:path w="1311275" h="525779">
                  <a:moveTo>
                    <a:pt x="447929" y="113284"/>
                  </a:moveTo>
                  <a:lnTo>
                    <a:pt x="397256" y="291211"/>
                  </a:lnTo>
                  <a:lnTo>
                    <a:pt x="439293" y="303149"/>
                  </a:lnTo>
                  <a:lnTo>
                    <a:pt x="474091" y="181102"/>
                  </a:lnTo>
                  <a:lnTo>
                    <a:pt x="518319" y="181102"/>
                  </a:lnTo>
                  <a:lnTo>
                    <a:pt x="502793" y="128905"/>
                  </a:lnTo>
                  <a:lnTo>
                    <a:pt x="447929" y="113284"/>
                  </a:lnTo>
                  <a:close/>
                </a:path>
                <a:path w="1311275" h="525779">
                  <a:moveTo>
                    <a:pt x="567690" y="147447"/>
                  </a:moveTo>
                  <a:lnTo>
                    <a:pt x="538607" y="249301"/>
                  </a:lnTo>
                  <a:lnTo>
                    <a:pt x="584119" y="249301"/>
                  </a:lnTo>
                  <a:lnTo>
                    <a:pt x="609727" y="159385"/>
                  </a:lnTo>
                  <a:lnTo>
                    <a:pt x="567690" y="147447"/>
                  </a:lnTo>
                  <a:close/>
                </a:path>
                <a:path w="1311275" h="525779">
                  <a:moveTo>
                    <a:pt x="1132586" y="443433"/>
                  </a:moveTo>
                  <a:lnTo>
                    <a:pt x="1120437" y="485940"/>
                  </a:lnTo>
                  <a:lnTo>
                    <a:pt x="1120394" y="486092"/>
                  </a:lnTo>
                  <a:lnTo>
                    <a:pt x="1126867" y="491036"/>
                  </a:lnTo>
                  <a:lnTo>
                    <a:pt x="1165399" y="512738"/>
                  </a:lnTo>
                  <a:lnTo>
                    <a:pt x="1204229" y="523751"/>
                  </a:lnTo>
                  <a:lnTo>
                    <a:pt x="1221232" y="525268"/>
                  </a:lnTo>
                  <a:lnTo>
                    <a:pt x="1236805" y="524161"/>
                  </a:lnTo>
                  <a:lnTo>
                    <a:pt x="1273079" y="506310"/>
                  </a:lnTo>
                  <a:lnTo>
                    <a:pt x="1282780" y="490651"/>
                  </a:lnTo>
                  <a:lnTo>
                    <a:pt x="1216406" y="490651"/>
                  </a:lnTo>
                  <a:lnTo>
                    <a:pt x="1212469" y="490385"/>
                  </a:lnTo>
                  <a:lnTo>
                    <a:pt x="1172412" y="476554"/>
                  </a:lnTo>
                  <a:lnTo>
                    <a:pt x="1137539" y="444868"/>
                  </a:lnTo>
                  <a:lnTo>
                    <a:pt x="1132586" y="443433"/>
                  </a:lnTo>
                  <a:close/>
                </a:path>
                <a:path w="1311275" h="525779">
                  <a:moveTo>
                    <a:pt x="1063899" y="390359"/>
                  </a:moveTo>
                  <a:lnTo>
                    <a:pt x="1014857" y="390359"/>
                  </a:lnTo>
                  <a:lnTo>
                    <a:pt x="1047677" y="476554"/>
                  </a:lnTo>
                  <a:lnTo>
                    <a:pt x="1047750" y="476745"/>
                  </a:lnTo>
                  <a:lnTo>
                    <a:pt x="1104138" y="492823"/>
                  </a:lnTo>
                  <a:lnTo>
                    <a:pt x="1063899" y="390359"/>
                  </a:lnTo>
                  <a:close/>
                </a:path>
                <a:path w="1311275" h="525779">
                  <a:moveTo>
                    <a:pt x="1216771" y="333327"/>
                  </a:moveTo>
                  <a:lnTo>
                    <a:pt x="1175766" y="343462"/>
                  </a:lnTo>
                  <a:lnTo>
                    <a:pt x="1152171" y="381091"/>
                  </a:lnTo>
                  <a:lnTo>
                    <a:pt x="1151770" y="390359"/>
                  </a:lnTo>
                  <a:lnTo>
                    <a:pt x="1152545" y="397051"/>
                  </a:lnTo>
                  <a:lnTo>
                    <a:pt x="1152655" y="398003"/>
                  </a:lnTo>
                  <a:lnTo>
                    <a:pt x="1181735" y="434860"/>
                  </a:lnTo>
                  <a:lnTo>
                    <a:pt x="1201293" y="446151"/>
                  </a:lnTo>
                  <a:lnTo>
                    <a:pt x="1208278" y="449681"/>
                  </a:lnTo>
                  <a:lnTo>
                    <a:pt x="1233805" y="467347"/>
                  </a:lnTo>
                  <a:lnTo>
                    <a:pt x="1236345" y="471119"/>
                  </a:lnTo>
                  <a:lnTo>
                    <a:pt x="1229741" y="487438"/>
                  </a:lnTo>
                  <a:lnTo>
                    <a:pt x="1226947" y="488950"/>
                  </a:lnTo>
                  <a:lnTo>
                    <a:pt x="1223518" y="489915"/>
                  </a:lnTo>
                  <a:lnTo>
                    <a:pt x="1219184" y="490385"/>
                  </a:lnTo>
                  <a:lnTo>
                    <a:pt x="1216406" y="490651"/>
                  </a:lnTo>
                  <a:lnTo>
                    <a:pt x="1282780" y="490651"/>
                  </a:lnTo>
                  <a:lnTo>
                    <a:pt x="1285494" y="484073"/>
                  </a:lnTo>
                  <a:lnTo>
                    <a:pt x="1287349" y="475127"/>
                  </a:lnTo>
                  <a:lnTo>
                    <a:pt x="1287731" y="467347"/>
                  </a:lnTo>
                  <a:lnTo>
                    <a:pt x="1287764" y="466691"/>
                  </a:lnTo>
                  <a:lnTo>
                    <a:pt x="1286890" y="460019"/>
                  </a:lnTo>
                  <a:lnTo>
                    <a:pt x="1286783" y="459205"/>
                  </a:lnTo>
                  <a:lnTo>
                    <a:pt x="1259332" y="424522"/>
                  </a:lnTo>
                  <a:lnTo>
                    <a:pt x="1235710" y="410743"/>
                  </a:lnTo>
                  <a:lnTo>
                    <a:pt x="1229868" y="407631"/>
                  </a:lnTo>
                  <a:lnTo>
                    <a:pt x="1214247" y="399503"/>
                  </a:lnTo>
                  <a:lnTo>
                    <a:pt x="1208151" y="395287"/>
                  </a:lnTo>
                  <a:lnTo>
                    <a:pt x="1205357" y="391756"/>
                  </a:lnTo>
                  <a:lnTo>
                    <a:pt x="1202436" y="388226"/>
                  </a:lnTo>
                  <a:lnTo>
                    <a:pt x="1201674" y="384098"/>
                  </a:lnTo>
                  <a:lnTo>
                    <a:pt x="1203071" y="379399"/>
                  </a:lnTo>
                  <a:lnTo>
                    <a:pt x="1203930" y="376402"/>
                  </a:lnTo>
                  <a:lnTo>
                    <a:pt x="1218311" y="368896"/>
                  </a:lnTo>
                  <a:lnTo>
                    <a:pt x="1221669" y="368528"/>
                  </a:lnTo>
                  <a:lnTo>
                    <a:pt x="1310441" y="368528"/>
                  </a:lnTo>
                  <a:lnTo>
                    <a:pt x="1304911" y="364430"/>
                  </a:lnTo>
                  <a:lnTo>
                    <a:pt x="1266952" y="344265"/>
                  </a:lnTo>
                  <a:lnTo>
                    <a:pt x="1232731" y="334694"/>
                  </a:lnTo>
                  <a:lnTo>
                    <a:pt x="1216771" y="333327"/>
                  </a:lnTo>
                  <a:close/>
                </a:path>
                <a:path w="1311275" h="525779">
                  <a:moveTo>
                    <a:pt x="988822" y="267462"/>
                  </a:moveTo>
                  <a:lnTo>
                    <a:pt x="938022" y="445452"/>
                  </a:lnTo>
                  <a:lnTo>
                    <a:pt x="983869" y="458546"/>
                  </a:lnTo>
                  <a:lnTo>
                    <a:pt x="1000506" y="400481"/>
                  </a:lnTo>
                  <a:lnTo>
                    <a:pt x="1014857" y="390359"/>
                  </a:lnTo>
                  <a:lnTo>
                    <a:pt x="1063899" y="390359"/>
                  </a:lnTo>
                  <a:lnTo>
                    <a:pt x="1058418" y="376402"/>
                  </a:lnTo>
                  <a:lnTo>
                    <a:pt x="1081025" y="361213"/>
                  </a:lnTo>
                  <a:lnTo>
                    <a:pt x="1011682" y="361213"/>
                  </a:lnTo>
                  <a:lnTo>
                    <a:pt x="1034669" y="280543"/>
                  </a:lnTo>
                  <a:lnTo>
                    <a:pt x="988822" y="267462"/>
                  </a:lnTo>
                  <a:close/>
                </a:path>
                <a:path w="1311275" h="525779">
                  <a:moveTo>
                    <a:pt x="821690" y="219837"/>
                  </a:moveTo>
                  <a:lnTo>
                    <a:pt x="770890" y="397802"/>
                  </a:lnTo>
                  <a:lnTo>
                    <a:pt x="899668" y="434505"/>
                  </a:lnTo>
                  <a:lnTo>
                    <a:pt x="909335" y="400481"/>
                  </a:lnTo>
                  <a:lnTo>
                    <a:pt x="909447" y="400088"/>
                  </a:lnTo>
                  <a:lnTo>
                    <a:pt x="826388" y="376402"/>
                  </a:lnTo>
                  <a:lnTo>
                    <a:pt x="838962" y="332486"/>
                  </a:lnTo>
                  <a:lnTo>
                    <a:pt x="922293" y="332486"/>
                  </a:lnTo>
                  <a:lnTo>
                    <a:pt x="925830" y="320040"/>
                  </a:lnTo>
                  <a:lnTo>
                    <a:pt x="848741" y="298069"/>
                  </a:lnTo>
                  <a:lnTo>
                    <a:pt x="857467" y="267462"/>
                  </a:lnTo>
                  <a:lnTo>
                    <a:pt x="947237" y="267462"/>
                  </a:lnTo>
                  <a:lnTo>
                    <a:pt x="950341" y="256540"/>
                  </a:lnTo>
                  <a:lnTo>
                    <a:pt x="821690" y="219837"/>
                  </a:lnTo>
                  <a:close/>
                </a:path>
                <a:path w="1311275" h="525779">
                  <a:moveTo>
                    <a:pt x="1310441" y="368528"/>
                  </a:moveTo>
                  <a:lnTo>
                    <a:pt x="1226185" y="368528"/>
                  </a:lnTo>
                  <a:lnTo>
                    <a:pt x="1234059" y="369646"/>
                  </a:lnTo>
                  <a:lnTo>
                    <a:pt x="1237869" y="370471"/>
                  </a:lnTo>
                  <a:lnTo>
                    <a:pt x="1278607" y="391756"/>
                  </a:lnTo>
                  <a:lnTo>
                    <a:pt x="1294130" y="408368"/>
                  </a:lnTo>
                  <a:lnTo>
                    <a:pt x="1299083" y="409765"/>
                  </a:lnTo>
                  <a:lnTo>
                    <a:pt x="1310517" y="369646"/>
                  </a:lnTo>
                  <a:lnTo>
                    <a:pt x="1310643" y="369201"/>
                  </a:lnTo>
                  <a:lnTo>
                    <a:pt x="1310766" y="368769"/>
                  </a:lnTo>
                  <a:lnTo>
                    <a:pt x="1310441" y="368528"/>
                  </a:lnTo>
                  <a:close/>
                </a:path>
                <a:path w="1311275" h="525779">
                  <a:moveTo>
                    <a:pt x="636778" y="167132"/>
                  </a:moveTo>
                  <a:lnTo>
                    <a:pt x="626999" y="201549"/>
                  </a:lnTo>
                  <a:lnTo>
                    <a:pt x="682625" y="217424"/>
                  </a:lnTo>
                  <a:lnTo>
                    <a:pt x="641825" y="360146"/>
                  </a:lnTo>
                  <a:lnTo>
                    <a:pt x="641702" y="360576"/>
                  </a:lnTo>
                  <a:lnTo>
                    <a:pt x="641604" y="360921"/>
                  </a:lnTo>
                  <a:lnTo>
                    <a:pt x="687578" y="374002"/>
                  </a:lnTo>
                  <a:lnTo>
                    <a:pt x="728472" y="230505"/>
                  </a:lnTo>
                  <a:lnTo>
                    <a:pt x="788540" y="230505"/>
                  </a:lnTo>
                  <a:lnTo>
                    <a:pt x="793877" y="211963"/>
                  </a:lnTo>
                  <a:lnTo>
                    <a:pt x="636778" y="167132"/>
                  </a:lnTo>
                  <a:close/>
                </a:path>
                <a:path w="1311275" h="525779">
                  <a:moveTo>
                    <a:pt x="1098169" y="298704"/>
                  </a:moveTo>
                  <a:lnTo>
                    <a:pt x="1011682" y="361213"/>
                  </a:lnTo>
                  <a:lnTo>
                    <a:pt x="1081025" y="361213"/>
                  </a:lnTo>
                  <a:lnTo>
                    <a:pt x="1151382" y="313944"/>
                  </a:lnTo>
                  <a:lnTo>
                    <a:pt x="1098169" y="298704"/>
                  </a:lnTo>
                  <a:close/>
                </a:path>
                <a:path w="1311275" h="525779">
                  <a:moveTo>
                    <a:pt x="922293" y="332486"/>
                  </a:moveTo>
                  <a:lnTo>
                    <a:pt x="838962" y="332486"/>
                  </a:lnTo>
                  <a:lnTo>
                    <a:pt x="916051" y="354457"/>
                  </a:lnTo>
                  <a:lnTo>
                    <a:pt x="922293" y="332486"/>
                  </a:lnTo>
                  <a:close/>
                </a:path>
                <a:path w="1311275" h="525779">
                  <a:moveTo>
                    <a:pt x="947237" y="267462"/>
                  </a:moveTo>
                  <a:lnTo>
                    <a:pt x="857950" y="267462"/>
                  </a:lnTo>
                  <a:lnTo>
                    <a:pt x="940562" y="290957"/>
                  </a:lnTo>
                  <a:lnTo>
                    <a:pt x="947237" y="267462"/>
                  </a:lnTo>
                  <a:close/>
                </a:path>
                <a:path w="1311275" h="525779">
                  <a:moveTo>
                    <a:pt x="788540" y="230505"/>
                  </a:moveTo>
                  <a:lnTo>
                    <a:pt x="728472" y="230505"/>
                  </a:lnTo>
                  <a:lnTo>
                    <a:pt x="783971" y="246380"/>
                  </a:lnTo>
                  <a:lnTo>
                    <a:pt x="788540" y="2305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842768" y="3357371"/>
              <a:ext cx="3850640" cy="1808480"/>
            </a:xfrm>
            <a:custGeom>
              <a:avLst/>
              <a:gdLst/>
              <a:ahLst/>
              <a:cxnLst/>
              <a:rect l="l" t="t" r="r" b="b"/>
              <a:pathLst>
                <a:path w="3850640" h="1808479">
                  <a:moveTo>
                    <a:pt x="792226" y="160782"/>
                  </a:moveTo>
                  <a:lnTo>
                    <a:pt x="590042" y="61595"/>
                  </a:lnTo>
                  <a:lnTo>
                    <a:pt x="592455" y="115443"/>
                  </a:lnTo>
                  <a:lnTo>
                    <a:pt x="0" y="141224"/>
                  </a:lnTo>
                  <a:lnTo>
                    <a:pt x="4699" y="249186"/>
                  </a:lnTo>
                  <a:lnTo>
                    <a:pt x="597154" y="223266"/>
                  </a:lnTo>
                  <a:lnTo>
                    <a:pt x="599440" y="277241"/>
                  </a:lnTo>
                  <a:lnTo>
                    <a:pt x="792226" y="160782"/>
                  </a:lnTo>
                  <a:close/>
                </a:path>
                <a:path w="3850640" h="1808479">
                  <a:moveTo>
                    <a:pt x="1213231" y="1175385"/>
                  </a:moveTo>
                  <a:lnTo>
                    <a:pt x="957072" y="1197737"/>
                  </a:lnTo>
                  <a:lnTo>
                    <a:pt x="985774" y="1245743"/>
                  </a:lnTo>
                  <a:lnTo>
                    <a:pt x="389382" y="1601089"/>
                  </a:lnTo>
                  <a:lnTo>
                    <a:pt x="446659" y="1697228"/>
                  </a:lnTo>
                  <a:lnTo>
                    <a:pt x="1043051" y="1341882"/>
                  </a:lnTo>
                  <a:lnTo>
                    <a:pt x="1071626" y="1390015"/>
                  </a:lnTo>
                  <a:lnTo>
                    <a:pt x="1213231" y="1175385"/>
                  </a:lnTo>
                  <a:close/>
                </a:path>
                <a:path w="3850640" h="1808479">
                  <a:moveTo>
                    <a:pt x="3527806" y="1705610"/>
                  </a:moveTo>
                  <a:lnTo>
                    <a:pt x="2934081" y="1270889"/>
                  </a:lnTo>
                  <a:lnTo>
                    <a:pt x="2971673" y="1219708"/>
                  </a:lnTo>
                  <a:lnTo>
                    <a:pt x="2698750" y="1177163"/>
                  </a:lnTo>
                  <a:lnTo>
                    <a:pt x="2821559" y="1424559"/>
                  </a:lnTo>
                  <a:lnTo>
                    <a:pt x="2859151" y="1373378"/>
                  </a:lnTo>
                  <a:lnTo>
                    <a:pt x="3452749" y="1808099"/>
                  </a:lnTo>
                  <a:lnTo>
                    <a:pt x="3527806" y="1705610"/>
                  </a:lnTo>
                  <a:close/>
                </a:path>
                <a:path w="3850640" h="1808479">
                  <a:moveTo>
                    <a:pt x="3850640" y="54102"/>
                  </a:moveTo>
                  <a:lnTo>
                    <a:pt x="3231515" y="54102"/>
                  </a:lnTo>
                  <a:lnTo>
                    <a:pt x="3231515" y="0"/>
                  </a:lnTo>
                  <a:lnTo>
                    <a:pt x="3024632" y="108204"/>
                  </a:lnTo>
                  <a:lnTo>
                    <a:pt x="3231515" y="216408"/>
                  </a:lnTo>
                  <a:lnTo>
                    <a:pt x="3231515" y="162306"/>
                  </a:lnTo>
                  <a:lnTo>
                    <a:pt x="3850640" y="162306"/>
                  </a:lnTo>
                  <a:lnTo>
                    <a:pt x="3850640" y="5410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67359" y="3107182"/>
            <a:ext cx="216090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22605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FFFFFF"/>
                </a:solidFill>
                <a:latin typeface="Verdana"/>
                <a:cs typeface="Verdana"/>
              </a:rPr>
              <a:t>SISTEM PENYAMPAIAN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649723" y="2060448"/>
            <a:ext cx="228600" cy="609600"/>
          </a:xfrm>
          <a:custGeom>
            <a:avLst/>
            <a:gdLst/>
            <a:ahLst/>
            <a:cxnLst/>
            <a:rect l="l" t="t" r="r" b="b"/>
            <a:pathLst>
              <a:path w="228600" h="609600">
                <a:moveTo>
                  <a:pt x="17145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114300" y="609600"/>
                </a:lnTo>
                <a:lnTo>
                  <a:pt x="228600" y="457200"/>
                </a:lnTo>
                <a:lnTo>
                  <a:pt x="171450" y="457200"/>
                </a:lnTo>
                <a:lnTo>
                  <a:pt x="1714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067" y="481779"/>
            <a:ext cx="7832090" cy="1029335"/>
          </a:xfrm>
          <a:prstGeom prst="rect"/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3700">
                <a:solidFill>
                  <a:srgbClr val="EBEBEB"/>
                </a:solidFill>
                <a:latin typeface="Times New Roman"/>
                <a:cs typeface="Times New Roman"/>
              </a:rPr>
              <a:t>Model</a:t>
            </a:r>
            <a:r>
              <a:rPr dirty="0" sz="3700" spc="-75">
                <a:solidFill>
                  <a:srgbClr val="EBEBEB"/>
                </a:solidFill>
                <a:latin typeface="Times New Roman"/>
                <a:cs typeface="Times New Roman"/>
              </a:rPr>
              <a:t> </a:t>
            </a:r>
            <a:r>
              <a:rPr dirty="0" sz="3700" spc="-10">
                <a:solidFill>
                  <a:srgbClr val="EBEBEB"/>
                </a:solidFill>
                <a:latin typeface="Times New Roman"/>
                <a:cs typeface="Times New Roman"/>
              </a:rPr>
              <a:t>Kontinjensi</a:t>
            </a: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  <a:tabLst>
                <a:tab pos="7818755" algn="l"/>
              </a:tabLst>
            </a:pPr>
            <a:r>
              <a:rPr dirty="0" u="sng" sz="2400" spc="-90">
                <a:solidFill>
                  <a:srgbClr val="EBEBEB"/>
                </a:solidFill>
                <a:uFill>
                  <a:solidFill>
                    <a:srgbClr val="FFFFFF"/>
                  </a:solidFill>
                </a:uFill>
              </a:rPr>
              <a:t>(Pemilihan</a:t>
            </a:r>
            <a:r>
              <a:rPr dirty="0" u="sng" sz="2400" spc="45">
                <a:solidFill>
                  <a:srgbClr val="EBEBEB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dirty="0" u="sng" sz="2400">
                <a:solidFill>
                  <a:srgbClr val="EBEBEB"/>
                </a:solidFill>
                <a:uFill>
                  <a:solidFill>
                    <a:srgbClr val="FFFFFF"/>
                  </a:solidFill>
                </a:uFill>
              </a:rPr>
              <a:t>Media</a:t>
            </a:r>
            <a:r>
              <a:rPr dirty="0" u="sng" sz="2400" spc="45">
                <a:solidFill>
                  <a:srgbClr val="EBEBEB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dirty="0" u="sng" sz="2400" spc="-85">
                <a:solidFill>
                  <a:srgbClr val="EBEBEB"/>
                </a:solidFill>
                <a:uFill>
                  <a:solidFill>
                    <a:srgbClr val="FFFFFF"/>
                  </a:solidFill>
                </a:uFill>
              </a:rPr>
              <a:t>Komunikasi</a:t>
            </a:r>
            <a:r>
              <a:rPr dirty="0" u="sng" sz="2400" spc="35">
                <a:solidFill>
                  <a:srgbClr val="EBEBEB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dirty="0" u="sng" sz="2400">
                <a:solidFill>
                  <a:srgbClr val="EBEBEB"/>
                </a:solidFill>
                <a:uFill>
                  <a:solidFill>
                    <a:srgbClr val="FFFFFF"/>
                  </a:solidFill>
                </a:uFill>
              </a:rPr>
              <a:t>yang</a:t>
            </a:r>
            <a:r>
              <a:rPr dirty="0" u="sng" sz="2400" spc="45">
                <a:solidFill>
                  <a:srgbClr val="EBEBEB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dirty="0" u="sng" sz="2400" spc="-10">
                <a:solidFill>
                  <a:srgbClr val="EBEBEB"/>
                </a:solidFill>
                <a:uFill>
                  <a:solidFill>
                    <a:srgbClr val="FFFFFF"/>
                  </a:solidFill>
                </a:uFill>
              </a:rPr>
              <a:t>Efektif)</a:t>
            </a:r>
            <a:r>
              <a:rPr dirty="0" u="sng" sz="2400">
                <a:solidFill>
                  <a:srgbClr val="EBEBEB"/>
                </a:solidFill>
                <a:uFill>
                  <a:solidFill>
                    <a:srgbClr val="FFFFFF"/>
                  </a:solidFill>
                </a:uFill>
              </a:rPr>
              <a:t>	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2010416"/>
            <a:ext cx="7893684" cy="3556635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  <a:tabLst>
                <a:tab pos="354965" algn="l"/>
              </a:tabLst>
            </a:pPr>
            <a:r>
              <a:rPr dirty="0" sz="1750" spc="10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75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200" spc="-70">
                <a:solidFill>
                  <a:srgbClr val="FFFFFF"/>
                </a:solidFill>
                <a:latin typeface="Verdana"/>
                <a:cs typeface="Verdana"/>
              </a:rPr>
              <a:t>Dasar</a:t>
            </a:r>
            <a:r>
              <a:rPr dirty="0" sz="22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40">
                <a:solidFill>
                  <a:srgbClr val="FFFFFF"/>
                </a:solidFill>
                <a:latin typeface="Verdana"/>
                <a:cs typeface="Verdana"/>
              </a:rPr>
              <a:t>pemilihan</a:t>
            </a:r>
            <a:r>
              <a:rPr dirty="0" sz="22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media</a:t>
            </a:r>
            <a:r>
              <a:rPr dirty="0" sz="22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22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70">
                <a:solidFill>
                  <a:srgbClr val="FFFFFF"/>
                </a:solidFill>
                <a:latin typeface="Verdana"/>
                <a:cs typeface="Verdana"/>
              </a:rPr>
              <a:t>efektif</a:t>
            </a:r>
            <a:r>
              <a:rPr dirty="0" sz="22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45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2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019"/>
              </a:spcBef>
            </a:pPr>
            <a:r>
              <a:rPr dirty="0" sz="1500" spc="14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500" spc="47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dirty="0" sz="1900" b="1">
                <a:solidFill>
                  <a:srgbClr val="FFFFFF"/>
                </a:solidFill>
                <a:latin typeface="Tahoma"/>
                <a:cs typeface="Tahoma"/>
              </a:rPr>
              <a:t>Kekayaan</a:t>
            </a:r>
            <a:r>
              <a:rPr dirty="0" sz="1900" spc="-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00" spc="-120" b="1">
                <a:solidFill>
                  <a:srgbClr val="FFFFFF"/>
                </a:solidFill>
                <a:latin typeface="Tahoma"/>
                <a:cs typeface="Tahoma"/>
              </a:rPr>
              <a:t>Informasi</a:t>
            </a:r>
            <a:r>
              <a:rPr dirty="0" sz="1900" spc="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00" spc="-195" b="1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1900" spc="-195" b="1" i="1">
                <a:solidFill>
                  <a:srgbClr val="FFFFFF"/>
                </a:solidFill>
                <a:latin typeface="Verdana"/>
                <a:cs typeface="Verdana"/>
              </a:rPr>
              <a:t>information</a:t>
            </a:r>
            <a:r>
              <a:rPr dirty="0" sz="1900" spc="-80" b="1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70" b="1" i="1">
                <a:solidFill>
                  <a:srgbClr val="FFFFFF"/>
                </a:solidFill>
                <a:latin typeface="Verdana"/>
                <a:cs typeface="Verdana"/>
              </a:rPr>
              <a:t>richness</a:t>
            </a:r>
            <a:r>
              <a:rPr dirty="0" sz="1900" spc="-70" b="1">
                <a:solidFill>
                  <a:srgbClr val="FFFFFF"/>
                </a:solidFill>
                <a:latin typeface="Tahoma"/>
                <a:cs typeface="Tahoma"/>
              </a:rPr>
              <a:t>),</a:t>
            </a:r>
            <a:endParaRPr sz="1900">
              <a:latin typeface="Tahoma"/>
              <a:cs typeface="Tahoma"/>
            </a:endParaRPr>
          </a:p>
          <a:p>
            <a:pPr marL="1155700">
              <a:lnSpc>
                <a:spcPct val="100000"/>
              </a:lnSpc>
              <a:spcBef>
                <a:spcPts val="995"/>
              </a:spcBef>
            </a:pPr>
            <a:r>
              <a:rPr dirty="0" sz="2000" spc="70">
                <a:solidFill>
                  <a:srgbClr val="FFFFFF"/>
                </a:solidFill>
                <a:latin typeface="Verdana"/>
                <a:cs typeface="Verdana"/>
              </a:rPr>
              <a:t>Pembawa</a:t>
            </a:r>
            <a:r>
              <a:rPr dirty="0" sz="20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95">
                <a:solidFill>
                  <a:srgbClr val="FFFFFF"/>
                </a:solidFill>
                <a:latin typeface="Verdana"/>
                <a:cs typeface="Verdana"/>
              </a:rPr>
              <a:t>informasi </a:t>
            </a:r>
            <a:r>
              <a:rPr dirty="0" sz="2000" spc="-35">
                <a:solidFill>
                  <a:srgbClr val="FFFFFF"/>
                </a:solidFill>
                <a:latin typeface="Verdana"/>
                <a:cs typeface="Verdana"/>
              </a:rPr>
              <a:t>potensial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20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Verdana"/>
                <a:cs typeface="Verdana"/>
              </a:rPr>
              <a:t>berkapasitas</a:t>
            </a:r>
            <a:r>
              <a:rPr dirty="0" sz="20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data.</a:t>
            </a:r>
            <a:endParaRPr sz="2000">
              <a:latin typeface="Verdana"/>
              <a:cs typeface="Verdana"/>
            </a:endParaRPr>
          </a:p>
          <a:p>
            <a:pPr marL="1155700">
              <a:lnSpc>
                <a:spcPct val="100000"/>
              </a:lnSpc>
            </a:pPr>
            <a:r>
              <a:rPr dirty="0" sz="2000" spc="-45" i="1">
                <a:solidFill>
                  <a:srgbClr val="FFFFFF"/>
                </a:solidFill>
                <a:latin typeface="Verdana"/>
                <a:cs typeface="Verdana"/>
              </a:rPr>
              <a:t>(Richard</a:t>
            </a:r>
            <a:r>
              <a:rPr dirty="0" sz="2000" spc="-14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5" i="1">
                <a:solidFill>
                  <a:srgbClr val="FFFFFF"/>
                </a:solidFill>
                <a:latin typeface="Verdana"/>
                <a:cs typeface="Verdana"/>
              </a:rPr>
              <a:t>Daft</a:t>
            </a:r>
            <a:r>
              <a:rPr dirty="0" sz="2000" spc="-1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75" i="1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2000" spc="-1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45" i="1">
                <a:solidFill>
                  <a:srgbClr val="FFFFFF"/>
                </a:solidFill>
                <a:latin typeface="Verdana"/>
                <a:cs typeface="Verdana"/>
              </a:rPr>
              <a:t>Robert</a:t>
            </a:r>
            <a:r>
              <a:rPr dirty="0" sz="2000" spc="-14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 i="1">
                <a:solidFill>
                  <a:srgbClr val="FFFFFF"/>
                </a:solidFill>
                <a:latin typeface="Verdana"/>
                <a:cs typeface="Verdana"/>
              </a:rPr>
              <a:t>Lengel)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1500" spc="14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500" spc="434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65" b="1">
                <a:solidFill>
                  <a:srgbClr val="FFFFFF"/>
                </a:solidFill>
                <a:latin typeface="Tahoma"/>
                <a:cs typeface="Tahoma"/>
              </a:rPr>
              <a:t>Kompleksitas</a:t>
            </a:r>
            <a:r>
              <a:rPr dirty="0" sz="1900" spc="-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Tahoma"/>
                <a:cs typeface="Tahoma"/>
              </a:rPr>
              <a:t>Masalah</a:t>
            </a:r>
            <a:endParaRPr sz="1900">
              <a:latin typeface="Tahoma"/>
              <a:cs typeface="Tahoma"/>
            </a:endParaRPr>
          </a:p>
          <a:p>
            <a:pPr algn="just" marL="1155700" marR="419734">
              <a:lnSpc>
                <a:spcPct val="100000"/>
              </a:lnSpc>
              <a:spcBef>
                <a:spcPts val="990"/>
              </a:spcBef>
            </a:pP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Situasi</a:t>
            </a:r>
            <a:r>
              <a:rPr dirty="0" sz="2000" spc="-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Verdana"/>
                <a:cs typeface="Verdana"/>
              </a:rPr>
              <a:t>/</a:t>
            </a:r>
            <a:r>
              <a:rPr dirty="0" sz="20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5">
                <a:solidFill>
                  <a:srgbClr val="FFFFFF"/>
                </a:solidFill>
                <a:latin typeface="Verdana"/>
                <a:cs typeface="Verdana"/>
              </a:rPr>
              <a:t>Permasalahan</a:t>
            </a:r>
            <a:r>
              <a:rPr dirty="0" sz="20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2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20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30">
                <a:solidFill>
                  <a:srgbClr val="FFFFFF"/>
                </a:solidFill>
                <a:latin typeface="Verdana"/>
                <a:cs typeface="Verdana"/>
              </a:rPr>
              <a:t>dihadapi</a:t>
            </a:r>
            <a:r>
              <a:rPr dirty="0" sz="20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oleh</a:t>
            </a:r>
            <a:r>
              <a:rPr dirty="0" sz="20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0">
                <a:solidFill>
                  <a:srgbClr val="FFFFFF"/>
                </a:solidFill>
                <a:latin typeface="Verdana"/>
                <a:cs typeface="Verdana"/>
              </a:rPr>
              <a:t>individu</a:t>
            </a:r>
            <a:r>
              <a:rPr dirty="0" sz="20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Verdana"/>
                <a:cs typeface="Verdana"/>
              </a:rPr>
              <a:t>(manager),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2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20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Verdana"/>
                <a:cs typeface="Verdana"/>
              </a:rPr>
              <a:t>dilihat</a:t>
            </a:r>
            <a:r>
              <a:rPr dirty="0" sz="20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Verdana"/>
                <a:cs typeface="Verdana"/>
              </a:rPr>
              <a:t>berdasarkan</a:t>
            </a:r>
            <a:r>
              <a:rPr dirty="0" sz="2000" spc="-1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kadar</a:t>
            </a:r>
            <a:r>
              <a:rPr dirty="0" sz="20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45">
                <a:solidFill>
                  <a:srgbClr val="FFFFFF"/>
                </a:solidFill>
                <a:latin typeface="Verdana"/>
                <a:cs typeface="Verdana"/>
              </a:rPr>
              <a:t>tinggi</a:t>
            </a:r>
            <a:r>
              <a:rPr dirty="0" sz="20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85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dirty="0" sz="20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Verdana"/>
                <a:cs typeface="Verdana"/>
              </a:rPr>
              <a:t>rendahny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0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permasalahan</a:t>
            </a:r>
            <a:r>
              <a:rPr dirty="0" sz="20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2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20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5">
                <a:solidFill>
                  <a:srgbClr val="FFFFFF"/>
                </a:solidFill>
                <a:latin typeface="Verdana"/>
                <a:cs typeface="Verdana"/>
              </a:rPr>
              <a:t>dihadapi.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09600" y="1518158"/>
            <a:ext cx="7772400" cy="34925"/>
          </a:xfrm>
          <a:custGeom>
            <a:avLst/>
            <a:gdLst/>
            <a:ahLst/>
            <a:cxnLst/>
            <a:rect l="l" t="t" r="r" b="b"/>
            <a:pathLst>
              <a:path w="7772400" h="34925">
                <a:moveTo>
                  <a:pt x="7772400" y="0"/>
                </a:moveTo>
                <a:lnTo>
                  <a:pt x="0" y="0"/>
                </a:lnTo>
                <a:lnTo>
                  <a:pt x="0" y="34797"/>
                </a:lnTo>
                <a:lnTo>
                  <a:pt x="7772400" y="34797"/>
                </a:lnTo>
                <a:lnTo>
                  <a:pt x="7772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44968" y="0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533400"/>
                </a:moveTo>
                <a:lnTo>
                  <a:pt x="685800" y="533400"/>
                </a:lnTo>
                <a:lnTo>
                  <a:pt x="6858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AF15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0" y="533400"/>
            <a:ext cx="9144000" cy="6858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1695450">
              <a:lnSpc>
                <a:spcPts val="3240"/>
              </a:lnSpc>
            </a:pPr>
            <a:r>
              <a:rPr dirty="0" sz="3000" spc="-160" b="1">
                <a:solidFill>
                  <a:srgbClr val="EBEBEB"/>
                </a:solidFill>
                <a:latin typeface="Arial"/>
                <a:cs typeface="Arial"/>
              </a:rPr>
              <a:t>Karakteristik</a:t>
            </a:r>
            <a:r>
              <a:rPr dirty="0" sz="3000" spc="-80" b="1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dirty="0" sz="3000" spc="-185" b="1">
                <a:solidFill>
                  <a:srgbClr val="EBEBEB"/>
                </a:solidFill>
                <a:latin typeface="Arial"/>
                <a:cs typeface="Arial"/>
              </a:rPr>
              <a:t>dan</a:t>
            </a:r>
            <a:r>
              <a:rPr dirty="0" sz="3000" spc="-75" b="1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dirty="0" sz="3000" spc="-210" b="1">
                <a:solidFill>
                  <a:srgbClr val="EBEBEB"/>
                </a:solidFill>
                <a:latin typeface="Arial"/>
                <a:cs typeface="Arial"/>
              </a:rPr>
              <a:t>Kekayaan</a:t>
            </a:r>
            <a:r>
              <a:rPr dirty="0" sz="3000" spc="-80" b="1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dirty="0" sz="3000" spc="-190" b="1">
                <a:solidFill>
                  <a:srgbClr val="EBEBEB"/>
                </a:solidFill>
                <a:latin typeface="Arial"/>
                <a:cs typeface="Arial"/>
              </a:rPr>
              <a:t>Informasi</a:t>
            </a:r>
            <a:r>
              <a:rPr dirty="0" sz="3000" spc="-90" b="1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dirty="0" sz="3000" spc="-20" b="1">
                <a:solidFill>
                  <a:srgbClr val="EBEBEB"/>
                </a:solidFill>
                <a:latin typeface="Arial"/>
                <a:cs typeface="Arial"/>
              </a:rPr>
              <a:t>dari</a:t>
            </a:r>
            <a:endParaRPr sz="3000">
              <a:latin typeface="Arial"/>
              <a:cs typeface="Arial"/>
            </a:endParaRPr>
          </a:p>
          <a:p>
            <a:pPr algn="r" marR="1687195">
              <a:lnSpc>
                <a:spcPts val="2160"/>
              </a:lnSpc>
            </a:pPr>
            <a:r>
              <a:rPr dirty="0" sz="3000" spc="-10" b="1">
                <a:solidFill>
                  <a:srgbClr val="EBEBEB"/>
                </a:solidFill>
                <a:latin typeface="Arial"/>
                <a:cs typeface="Arial"/>
              </a:rPr>
              <a:t>Media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07340" y="1859026"/>
            <a:ext cx="917575" cy="579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FFFFFF"/>
                </a:solidFill>
                <a:latin typeface="Tahoma"/>
                <a:cs typeface="Tahoma"/>
              </a:rPr>
              <a:t>Kekayaan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400" spc="-10" b="1">
                <a:solidFill>
                  <a:srgbClr val="FFFFFF"/>
                </a:solidFill>
                <a:latin typeface="Tahoma"/>
                <a:cs typeface="Tahoma"/>
              </a:rPr>
              <a:t>Informasi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71600" y="1752600"/>
            <a:ext cx="1752600" cy="609600"/>
          </a:xfrm>
          <a:prstGeom prst="rect">
            <a:avLst/>
          </a:prstGeom>
          <a:solidFill>
            <a:srgbClr val="33CC33"/>
          </a:solidFill>
        </p:spPr>
        <p:txBody>
          <a:bodyPr wrap="square" lIns="0" tIns="40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Media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352800" y="1752600"/>
            <a:ext cx="1371600" cy="609600"/>
          </a:xfrm>
          <a:prstGeom prst="rect">
            <a:avLst/>
          </a:prstGeom>
          <a:solidFill>
            <a:srgbClr val="FF6699"/>
          </a:solidFill>
        </p:spPr>
        <p:txBody>
          <a:bodyPr wrap="square" lIns="0" tIns="4000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315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Umpan</a:t>
            </a:r>
            <a:r>
              <a:rPr dirty="0" sz="14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Balik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76800" y="1752600"/>
            <a:ext cx="1371600" cy="609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40005" rIns="0" bIns="0" rtlCol="0" vert="horz">
            <a:spAutoFit/>
          </a:bodyPr>
          <a:lstStyle/>
          <a:p>
            <a:pPr marL="359410">
              <a:lnSpc>
                <a:spcPct val="100000"/>
              </a:lnSpc>
              <a:spcBef>
                <a:spcPts val="31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Saluran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400800" y="1752600"/>
            <a:ext cx="1219200" cy="609600"/>
          </a:xfrm>
          <a:prstGeom prst="rect">
            <a:avLst/>
          </a:prstGeom>
          <a:solidFill>
            <a:srgbClr val="D50092"/>
          </a:solidFill>
        </p:spPr>
        <p:txBody>
          <a:bodyPr wrap="square" lIns="0" tIns="40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Tipe</a:t>
            </a:r>
            <a:endParaRPr sz="14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komunikasi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772400" y="1752600"/>
            <a:ext cx="1219200" cy="567055"/>
          </a:xfrm>
          <a:prstGeom prst="rect">
            <a:avLst/>
          </a:prstGeom>
          <a:solidFill>
            <a:srgbClr val="3366CC"/>
          </a:solidFill>
        </p:spPr>
        <p:txBody>
          <a:bodyPr wrap="square" lIns="0" tIns="40005" rIns="0" bIns="0" rtlCol="0" vert="horz">
            <a:spAutoFit/>
          </a:bodyPr>
          <a:lstStyle/>
          <a:p>
            <a:pPr marL="278765">
              <a:lnSpc>
                <a:spcPct val="100000"/>
              </a:lnSpc>
              <a:spcBef>
                <a:spcPts val="31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Sumber</a:t>
            </a:r>
            <a:endParaRPr sz="1400">
              <a:latin typeface="Arial"/>
              <a:cs typeface="Arial"/>
            </a:endParaRPr>
          </a:p>
          <a:p>
            <a:pPr marL="294005">
              <a:lnSpc>
                <a:spcPct val="100000"/>
              </a:lnSpc>
              <a:spcBef>
                <a:spcPts val="33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Bahasa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7340" y="2923158"/>
            <a:ext cx="5549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Tinggi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7340" y="4676013"/>
            <a:ext cx="6775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Rendah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71500" y="3276600"/>
            <a:ext cx="76200" cy="1295400"/>
          </a:xfrm>
          <a:custGeom>
            <a:avLst/>
            <a:gdLst/>
            <a:ahLst/>
            <a:cxnLst/>
            <a:rect l="l" t="t" r="r" b="b"/>
            <a:pathLst>
              <a:path w="76200" h="1295400">
                <a:moveTo>
                  <a:pt x="44450" y="63500"/>
                </a:moveTo>
                <a:lnTo>
                  <a:pt x="31750" y="63500"/>
                </a:lnTo>
                <a:lnTo>
                  <a:pt x="31750" y="1295400"/>
                </a:lnTo>
                <a:lnTo>
                  <a:pt x="44450" y="1295400"/>
                </a:lnTo>
                <a:lnTo>
                  <a:pt x="44450" y="63500"/>
                </a:lnTo>
                <a:close/>
              </a:path>
              <a:path w="76200" h="12954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2954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371600" y="2819400"/>
            <a:ext cx="1752600" cy="2590800"/>
          </a:xfrm>
          <a:prstGeom prst="rect">
            <a:avLst/>
          </a:prstGeom>
          <a:solidFill>
            <a:srgbClr val="33CC33"/>
          </a:solidFill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Tatap</a:t>
            </a:r>
            <a:r>
              <a:rPr dirty="0" sz="13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Muka</a:t>
            </a:r>
            <a:r>
              <a:rPr dirty="0" sz="13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Lngsng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3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Telepon</a:t>
            </a:r>
            <a:endParaRPr sz="1300">
              <a:latin typeface="Arial"/>
              <a:cs typeface="Arial"/>
            </a:endParaRPr>
          </a:p>
          <a:p>
            <a:pPr marL="91440" marR="106045">
              <a:lnSpc>
                <a:spcPct val="240000"/>
              </a:lnSpc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Tertulis</a:t>
            </a:r>
            <a:r>
              <a:rPr dirty="0" sz="13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Perorangan Tertulis</a:t>
            </a:r>
            <a:r>
              <a:rPr dirty="0" sz="13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Formal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Numerik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Formal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323844" y="2790444"/>
            <a:ext cx="1371600" cy="2590800"/>
          </a:xfrm>
          <a:prstGeom prst="rect">
            <a:avLst/>
          </a:prstGeom>
          <a:solidFill>
            <a:srgbClr val="FF6699"/>
          </a:solidFill>
        </p:spPr>
        <p:txBody>
          <a:bodyPr wrap="square" lIns="0" tIns="4127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Segera</a:t>
            </a:r>
            <a:endParaRPr sz="1300">
              <a:latin typeface="Arial"/>
              <a:cs typeface="Arial"/>
            </a:endParaRPr>
          </a:p>
          <a:p>
            <a:pPr marL="92075" marR="685800">
              <a:lnSpc>
                <a:spcPct val="240000"/>
              </a:lnSpc>
              <a:spcBef>
                <a:spcPts val="5"/>
              </a:spcBef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Cepat </a:t>
            </a:r>
            <a:r>
              <a:rPr dirty="0" sz="1300" spc="-20" b="1">
                <a:solidFill>
                  <a:srgbClr val="FFFFFF"/>
                </a:solidFill>
                <a:latin typeface="Arial"/>
                <a:cs typeface="Arial"/>
              </a:rPr>
              <a:t>Lambat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3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Sangat</a:t>
            </a:r>
            <a:r>
              <a:rPr dirty="0" sz="13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Lambat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3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Sangat</a:t>
            </a:r>
            <a:r>
              <a:rPr dirty="0" sz="13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Lambat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20411" y="2801111"/>
            <a:ext cx="1447800" cy="25908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4000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Visual,</a:t>
            </a:r>
            <a:r>
              <a:rPr dirty="0" sz="13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Audio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3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Audio</a:t>
            </a:r>
            <a:endParaRPr sz="1300">
              <a:latin typeface="Arial"/>
              <a:cs typeface="Arial"/>
            </a:endParaRPr>
          </a:p>
          <a:p>
            <a:pPr algn="just" marL="90805" marR="144145">
              <a:lnSpc>
                <a:spcPts val="3740"/>
              </a:lnSpc>
              <a:spcBef>
                <a:spcPts val="490"/>
              </a:spcBef>
            </a:pP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Visual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Arial"/>
                <a:cs typeface="Arial"/>
              </a:rPr>
              <a:t>Terbatas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Audio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 Terbatas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Audio</a:t>
            </a:r>
            <a:r>
              <a:rPr dirty="0" sz="13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Terbatas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414515" y="2801111"/>
            <a:ext cx="1219200" cy="2590800"/>
          </a:xfrm>
          <a:prstGeom prst="rect">
            <a:avLst/>
          </a:prstGeom>
          <a:solidFill>
            <a:srgbClr val="D50092"/>
          </a:solidFill>
        </p:spPr>
        <p:txBody>
          <a:bodyPr wrap="square" lIns="0" tIns="4000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Pribadi</a:t>
            </a:r>
            <a:endParaRPr sz="1300">
              <a:latin typeface="Arial"/>
              <a:cs typeface="Arial"/>
            </a:endParaRPr>
          </a:p>
          <a:p>
            <a:pPr marL="92710" marR="240665">
              <a:lnSpc>
                <a:spcPct val="240000"/>
              </a:lnSpc>
              <a:spcBef>
                <a:spcPts val="5"/>
              </a:spcBef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Pribadi Pribadi Impersonal Impersonal</a:t>
            </a:r>
            <a:endParaRPr sz="13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772400" y="2819400"/>
            <a:ext cx="1219200" cy="2590800"/>
          </a:xfrm>
          <a:prstGeom prst="rect">
            <a:avLst/>
          </a:prstGeom>
          <a:solidFill>
            <a:srgbClr val="3366CC"/>
          </a:solidFill>
        </p:spPr>
        <p:txBody>
          <a:bodyPr wrap="square" lIns="0" tIns="4127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dirty="0" sz="1300" spc="-20" b="1">
                <a:solidFill>
                  <a:srgbClr val="FFFFFF"/>
                </a:solidFill>
                <a:latin typeface="Arial"/>
                <a:cs typeface="Arial"/>
              </a:rPr>
              <a:t>Tubuh,</a:t>
            </a:r>
            <a:r>
              <a:rPr dirty="0" sz="13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alami</a:t>
            </a:r>
            <a:endParaRPr sz="1300">
              <a:latin typeface="Arial"/>
              <a:cs typeface="Arial"/>
            </a:endParaRPr>
          </a:p>
          <a:p>
            <a:pPr marL="92075" marR="459740">
              <a:lnSpc>
                <a:spcPct val="240000"/>
              </a:lnSpc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Alami Alami Alami Numerik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35940" y="5744667"/>
            <a:ext cx="7726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Sumber</a:t>
            </a: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12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Di</a:t>
            </a:r>
            <a:r>
              <a:rPr dirty="0" sz="12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adopsi</a:t>
            </a:r>
            <a:r>
              <a:rPr dirty="0" sz="12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dari</a:t>
            </a:r>
            <a:r>
              <a:rPr dirty="0" sz="12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R.</a:t>
            </a:r>
            <a:r>
              <a:rPr dirty="0" sz="12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L.</a:t>
            </a: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Daft</a:t>
            </a:r>
            <a:r>
              <a:rPr dirty="0" sz="12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R.</a:t>
            </a:r>
            <a:r>
              <a:rPr dirty="0" sz="12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H.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Lengel,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“Information</a:t>
            </a:r>
            <a:r>
              <a:rPr dirty="0" sz="1200" spc="-3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Richness</a:t>
            </a:r>
            <a:r>
              <a:rPr dirty="0" sz="1200" spc="-3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200" spc="-5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dirty="0" sz="1200" spc="-8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Approach</a:t>
            </a:r>
            <a:r>
              <a:rPr dirty="0" sz="1200" spc="-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Managerial</a:t>
            </a:r>
            <a:r>
              <a:rPr dirty="0" sz="1200" spc="-4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FFFFFF"/>
                </a:solidFill>
                <a:latin typeface="Arial"/>
                <a:cs typeface="Arial"/>
              </a:rPr>
              <a:t>Behavior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200" spc="-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Organization</a:t>
            </a:r>
            <a:r>
              <a:rPr dirty="0" sz="1200" spc="-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FFFFFF"/>
                </a:solidFill>
                <a:latin typeface="Arial"/>
                <a:cs typeface="Arial"/>
              </a:rPr>
              <a:t>Desaign”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r>
              <a:rPr dirty="0" sz="12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1984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381000" y="5638800"/>
            <a:ext cx="3276600" cy="0"/>
          </a:xfrm>
          <a:custGeom>
            <a:avLst/>
            <a:gdLst/>
            <a:ahLst/>
            <a:cxnLst/>
            <a:rect l="l" t="t" r="r" b="b"/>
            <a:pathLst>
              <a:path w="3276600" h="0">
                <a:moveTo>
                  <a:pt x="0" y="0"/>
                </a:moveTo>
                <a:lnTo>
                  <a:pt x="3276600" y="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8691" y="1676400"/>
              <a:ext cx="2819400" cy="28194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9091" y="0"/>
              <a:ext cx="1600200" cy="11430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98691" y="6096000"/>
              <a:ext cx="990600" cy="7620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2667000"/>
              <a:ext cx="4037076" cy="41910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05343" y="0"/>
              <a:ext cx="760488" cy="1161288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744968" y="0"/>
              <a:ext cx="685800" cy="274320"/>
            </a:xfrm>
            <a:custGeom>
              <a:avLst/>
              <a:gdLst/>
              <a:ahLst/>
              <a:cxnLst/>
              <a:rect l="l" t="t" r="r" b="b"/>
              <a:pathLst>
                <a:path w="685800" h="274320">
                  <a:moveTo>
                    <a:pt x="0" y="274320"/>
                  </a:moveTo>
                  <a:lnTo>
                    <a:pt x="685800" y="27432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AF15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0" y="274320"/>
            <a:ext cx="9144000" cy="102108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254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00"/>
              </a:spcBef>
            </a:pPr>
            <a:r>
              <a:rPr dirty="0" sz="3200" b="1">
                <a:solidFill>
                  <a:srgbClr val="EBEBEB"/>
                </a:solidFill>
                <a:latin typeface="Comic Sans MS"/>
                <a:cs typeface="Comic Sans MS"/>
              </a:rPr>
              <a:t>Rekomendasi</a:t>
            </a:r>
            <a:r>
              <a:rPr dirty="0" sz="3200" spc="-55" b="1">
                <a:solidFill>
                  <a:srgbClr val="EBEBEB"/>
                </a:solidFill>
                <a:latin typeface="Comic Sans MS"/>
                <a:cs typeface="Comic Sans MS"/>
              </a:rPr>
              <a:t> </a:t>
            </a:r>
            <a:r>
              <a:rPr dirty="0" sz="3200" spc="-10" b="1">
                <a:solidFill>
                  <a:srgbClr val="EBEBEB"/>
                </a:solidFill>
                <a:latin typeface="Comic Sans MS"/>
                <a:cs typeface="Comic Sans MS"/>
              </a:rPr>
              <a:t>Kontijensi</a:t>
            </a:r>
            <a:endParaRPr sz="3200">
              <a:latin typeface="Comic Sans MS"/>
              <a:cs typeface="Comic Sans MS"/>
            </a:endParaRPr>
          </a:p>
          <a:p>
            <a:pPr marL="91440">
              <a:lnSpc>
                <a:spcPct val="100000"/>
              </a:lnSpc>
              <a:spcBef>
                <a:spcPts val="130"/>
              </a:spcBef>
            </a:pPr>
            <a:r>
              <a:rPr dirty="0" sz="1800" b="1">
                <a:solidFill>
                  <a:srgbClr val="EBEBEB"/>
                </a:solidFill>
                <a:latin typeface="Tahoma"/>
                <a:cs typeface="Tahoma"/>
              </a:rPr>
              <a:t>Dalam</a:t>
            </a:r>
            <a:r>
              <a:rPr dirty="0" sz="1800" spc="-30" b="1">
                <a:solidFill>
                  <a:srgbClr val="EBEBEB"/>
                </a:solidFill>
                <a:latin typeface="Tahoma"/>
                <a:cs typeface="Tahoma"/>
              </a:rPr>
              <a:t> pemilihan</a:t>
            </a:r>
            <a:r>
              <a:rPr dirty="0" sz="1800" spc="-40" b="1">
                <a:solidFill>
                  <a:srgbClr val="EBEBEB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EBEBEB"/>
                </a:solidFill>
                <a:latin typeface="Tahoma"/>
                <a:cs typeface="Tahoma"/>
              </a:rPr>
              <a:t>Media</a:t>
            </a:r>
            <a:r>
              <a:rPr dirty="0" sz="1800" spc="-20" b="1">
                <a:solidFill>
                  <a:srgbClr val="EBEBEB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EBEBEB"/>
                </a:solidFill>
                <a:latin typeface="Tahoma"/>
                <a:cs typeface="Tahoma"/>
              </a:rPr>
              <a:t>Komunikasi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043683" y="1372361"/>
            <a:ext cx="5352415" cy="4281805"/>
            <a:chOff x="2043683" y="1372361"/>
            <a:chExt cx="5352415" cy="4281805"/>
          </a:xfrm>
        </p:grpSpPr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73094" y="2496722"/>
              <a:ext cx="1736470" cy="1410432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2058161" y="1372361"/>
              <a:ext cx="5334000" cy="4267200"/>
            </a:xfrm>
            <a:custGeom>
              <a:avLst/>
              <a:gdLst/>
              <a:ahLst/>
              <a:cxnLst/>
              <a:rect l="l" t="t" r="r" b="b"/>
              <a:pathLst>
                <a:path w="5334000" h="4267200">
                  <a:moveTo>
                    <a:pt x="0" y="0"/>
                  </a:moveTo>
                  <a:lnTo>
                    <a:pt x="0" y="4267200"/>
                  </a:lnTo>
                </a:path>
                <a:path w="5334000" h="4267200">
                  <a:moveTo>
                    <a:pt x="0" y="4267200"/>
                  </a:moveTo>
                  <a:lnTo>
                    <a:pt x="5333999" y="4267200"/>
                  </a:lnTo>
                </a:path>
              </a:pathLst>
            </a:custGeom>
            <a:ln w="289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057399" y="1752599"/>
              <a:ext cx="5334000" cy="3886200"/>
            </a:xfrm>
            <a:custGeom>
              <a:avLst/>
              <a:gdLst/>
              <a:ahLst/>
              <a:cxnLst/>
              <a:rect l="l" t="t" r="r" b="b"/>
              <a:pathLst>
                <a:path w="5334000" h="3886200">
                  <a:moveTo>
                    <a:pt x="0" y="2743200"/>
                  </a:moveTo>
                  <a:lnTo>
                    <a:pt x="3505200" y="0"/>
                  </a:lnTo>
                </a:path>
                <a:path w="5334000" h="3886200">
                  <a:moveTo>
                    <a:pt x="1447800" y="3886200"/>
                  </a:moveTo>
                  <a:lnTo>
                    <a:pt x="5334000" y="914400"/>
                  </a:lnTo>
                </a:path>
              </a:pathLst>
            </a:custGeom>
            <a:ln w="9144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355975" y="4183760"/>
            <a:ext cx="10261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Tulisan</a:t>
            </a: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Formal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194175" y="2964307"/>
            <a:ext cx="1628139" cy="818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Telepon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Tulisan</a:t>
            </a:r>
            <a:r>
              <a:rPr dirty="0" sz="12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Pribadil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794628" y="2354707"/>
            <a:ext cx="813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Tatap</a:t>
            </a:r>
            <a:r>
              <a:rPr dirty="0" sz="12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muka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328028" y="4252340"/>
            <a:ext cx="214820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Zona</a:t>
            </a: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terlalu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sederhana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(media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tidak</a:t>
            </a:r>
            <a:r>
              <a:rPr dirty="0"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menyediakan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informasi</a:t>
            </a:r>
            <a:r>
              <a:rPr dirty="0" sz="14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yang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dibutuhkan.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288794" y="1660906"/>
            <a:ext cx="1946275" cy="880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Zona</a:t>
            </a: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yang</a:t>
            </a:r>
            <a:r>
              <a:rPr dirty="0"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berlebihan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(media</a:t>
            </a:r>
            <a:r>
              <a:rPr dirty="0"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menyediakan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informasi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lebih</a:t>
            </a:r>
            <a:r>
              <a:rPr dirty="0"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dari</a:t>
            </a:r>
            <a:r>
              <a:rPr dirty="0"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yang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dibutuhkan.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45844" y="1889506"/>
            <a:ext cx="5041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Tinggi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861429" y="5852871"/>
            <a:ext cx="5041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Tinggi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145844" y="4869560"/>
            <a:ext cx="2404110" cy="613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0746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Numerik</a:t>
            </a:r>
            <a:r>
              <a:rPr dirty="0" sz="12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Formal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Rendah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136394" y="5852871"/>
            <a:ext cx="6496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Rendah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889375" y="6157671"/>
            <a:ext cx="25603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Kompleksitas</a:t>
            </a:r>
            <a:r>
              <a:rPr dirty="0" sz="1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Masalah/Situasi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62866" y="2491657"/>
            <a:ext cx="225425" cy="245999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Kekayaan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Media</a:t>
            </a:r>
            <a:r>
              <a:rPr dirty="0" sz="140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Komunikasi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6761" y="47370"/>
            <a:ext cx="58826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25" b="0">
                <a:solidFill>
                  <a:srgbClr val="000000"/>
                </a:solidFill>
                <a:latin typeface="Calibri"/>
                <a:cs typeface="Calibri"/>
              </a:rPr>
              <a:t>Dale’s</a:t>
            </a:r>
            <a:r>
              <a:rPr dirty="0" sz="4400" spc="-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b="0">
                <a:solidFill>
                  <a:srgbClr val="000000"/>
                </a:solidFill>
                <a:latin typeface="Calibri"/>
                <a:cs typeface="Calibri"/>
              </a:rPr>
              <a:t>Cone</a:t>
            </a:r>
            <a:r>
              <a:rPr dirty="0" sz="4400" spc="-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b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4400" spc="-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spc="-10" b="0">
                <a:solidFill>
                  <a:srgbClr val="000000"/>
                </a:solidFill>
                <a:latin typeface="Calibri"/>
                <a:cs typeface="Calibri"/>
              </a:rPr>
              <a:t>Experience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 descr="">
            <a:hlinkClick r:id="rId2"/>
          </p:cNvPr>
          <p:cNvSpPr/>
          <p:nvPr/>
        </p:nvSpPr>
        <p:spPr>
          <a:xfrm>
            <a:off x="7010400" y="5981700"/>
            <a:ext cx="2133600" cy="165100"/>
          </a:xfrm>
          <a:custGeom>
            <a:avLst/>
            <a:gdLst/>
            <a:ahLst/>
            <a:cxnLst/>
            <a:rect l="l" t="t" r="r" b="b"/>
            <a:pathLst>
              <a:path w="2133600" h="165100">
                <a:moveTo>
                  <a:pt x="2133600" y="0"/>
                </a:moveTo>
                <a:lnTo>
                  <a:pt x="0" y="0"/>
                </a:lnTo>
                <a:lnTo>
                  <a:pt x="0" y="164592"/>
                </a:lnTo>
                <a:lnTo>
                  <a:pt x="2133600" y="164592"/>
                </a:lnTo>
                <a:lnTo>
                  <a:pt x="2133600" y="0"/>
                </a:lnTo>
                <a:close/>
              </a:path>
            </a:pathLst>
          </a:custGeom>
          <a:solidFill>
            <a:srgbClr val="1F377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731890" y="1507947"/>
            <a:ext cx="15195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Verdana"/>
                <a:cs typeface="Verdana"/>
              </a:rPr>
              <a:t>Levels</a:t>
            </a:r>
            <a:r>
              <a:rPr dirty="0" sz="1000" spc="-30" b="1">
                <a:latin typeface="Verdana"/>
                <a:cs typeface="Verdana"/>
              </a:rPr>
              <a:t> </a:t>
            </a:r>
            <a:r>
              <a:rPr dirty="0" sz="1000" b="1">
                <a:latin typeface="Verdana"/>
                <a:cs typeface="Verdana"/>
              </a:rPr>
              <a:t>of</a:t>
            </a:r>
            <a:r>
              <a:rPr dirty="0" sz="1000" spc="-25" b="1">
                <a:latin typeface="Verdana"/>
                <a:cs typeface="Verdana"/>
              </a:rPr>
              <a:t> </a:t>
            </a:r>
            <a:r>
              <a:rPr dirty="0" sz="1000" spc="-10" b="1">
                <a:latin typeface="Verdana"/>
                <a:cs typeface="Verdana"/>
              </a:rPr>
              <a:t>Abstraction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409444" y="914400"/>
            <a:ext cx="4672965" cy="5943600"/>
            <a:chOff x="2409444" y="914400"/>
            <a:chExt cx="4672965" cy="5943600"/>
          </a:xfrm>
        </p:grpSpPr>
        <p:sp>
          <p:nvSpPr>
            <p:cNvPr id="6" name="object 6" descr=""/>
            <p:cNvSpPr/>
            <p:nvPr/>
          </p:nvSpPr>
          <p:spPr>
            <a:xfrm>
              <a:off x="2409444" y="914400"/>
              <a:ext cx="4672965" cy="5943600"/>
            </a:xfrm>
            <a:custGeom>
              <a:avLst/>
              <a:gdLst/>
              <a:ahLst/>
              <a:cxnLst/>
              <a:rect l="l" t="t" r="r" b="b"/>
              <a:pathLst>
                <a:path w="4672965" h="5943600">
                  <a:moveTo>
                    <a:pt x="2336292" y="0"/>
                  </a:moveTo>
                  <a:lnTo>
                    <a:pt x="0" y="5943599"/>
                  </a:lnTo>
                  <a:lnTo>
                    <a:pt x="4672583" y="5943599"/>
                  </a:lnTo>
                  <a:lnTo>
                    <a:pt x="2336292" y="0"/>
                  </a:lnTo>
                  <a:close/>
                </a:path>
              </a:pathLst>
            </a:custGeom>
            <a:solidFill>
              <a:srgbClr val="F5E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505456" y="2273807"/>
              <a:ext cx="4465320" cy="4057015"/>
            </a:xfrm>
            <a:custGeom>
              <a:avLst/>
              <a:gdLst/>
              <a:ahLst/>
              <a:cxnLst/>
              <a:rect l="l" t="t" r="r" b="b"/>
              <a:pathLst>
                <a:path w="4465320" h="4057015">
                  <a:moveTo>
                    <a:pt x="2889491" y="0"/>
                  </a:moveTo>
                  <a:lnTo>
                    <a:pt x="1562100" y="0"/>
                  </a:lnTo>
                  <a:lnTo>
                    <a:pt x="1562100" y="106680"/>
                  </a:lnTo>
                  <a:lnTo>
                    <a:pt x="2889491" y="106680"/>
                  </a:lnTo>
                  <a:lnTo>
                    <a:pt x="2889491" y="0"/>
                  </a:lnTo>
                  <a:close/>
                </a:path>
                <a:path w="4465320" h="4057015">
                  <a:moveTo>
                    <a:pt x="3221736" y="845832"/>
                  </a:moveTo>
                  <a:lnTo>
                    <a:pt x="1299972" y="845832"/>
                  </a:lnTo>
                  <a:lnTo>
                    <a:pt x="1299972" y="950976"/>
                  </a:lnTo>
                  <a:lnTo>
                    <a:pt x="3221736" y="950976"/>
                  </a:lnTo>
                  <a:lnTo>
                    <a:pt x="3221736" y="845832"/>
                  </a:lnTo>
                  <a:close/>
                </a:path>
                <a:path w="4465320" h="4057015">
                  <a:moveTo>
                    <a:pt x="3829812" y="2398776"/>
                  </a:moveTo>
                  <a:lnTo>
                    <a:pt x="650748" y="2398776"/>
                  </a:lnTo>
                  <a:lnTo>
                    <a:pt x="650748" y="2503932"/>
                  </a:lnTo>
                  <a:lnTo>
                    <a:pt x="3829812" y="2503932"/>
                  </a:lnTo>
                  <a:lnTo>
                    <a:pt x="3829812" y="2398776"/>
                  </a:lnTo>
                  <a:close/>
                </a:path>
                <a:path w="4465320" h="4057015">
                  <a:moveTo>
                    <a:pt x="4465320" y="3951732"/>
                  </a:moveTo>
                  <a:lnTo>
                    <a:pt x="0" y="3951732"/>
                  </a:lnTo>
                  <a:lnTo>
                    <a:pt x="0" y="4056888"/>
                  </a:lnTo>
                  <a:lnTo>
                    <a:pt x="4465320" y="4056888"/>
                  </a:lnTo>
                  <a:lnTo>
                    <a:pt x="4465320" y="39517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98292" y="6451091"/>
              <a:ext cx="207645" cy="280670"/>
            </a:xfrm>
            <a:custGeom>
              <a:avLst/>
              <a:gdLst/>
              <a:ahLst/>
              <a:cxnLst/>
              <a:rect l="l" t="t" r="r" b="b"/>
              <a:pathLst>
                <a:path w="207645" h="280670">
                  <a:moveTo>
                    <a:pt x="51815" y="280416"/>
                  </a:moveTo>
                  <a:lnTo>
                    <a:pt x="51815" y="72542"/>
                  </a:lnTo>
                  <a:lnTo>
                    <a:pt x="0" y="72542"/>
                  </a:lnTo>
                  <a:lnTo>
                    <a:pt x="103631" y="0"/>
                  </a:lnTo>
                  <a:lnTo>
                    <a:pt x="207263" y="72542"/>
                  </a:lnTo>
                  <a:lnTo>
                    <a:pt x="155447" y="72542"/>
                  </a:lnTo>
                  <a:lnTo>
                    <a:pt x="155447" y="280416"/>
                  </a:lnTo>
                  <a:lnTo>
                    <a:pt x="51815" y="280416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195059" y="6451091"/>
              <a:ext cx="207645" cy="280670"/>
            </a:xfrm>
            <a:custGeom>
              <a:avLst/>
              <a:gdLst/>
              <a:ahLst/>
              <a:cxnLst/>
              <a:rect l="l" t="t" r="r" b="b"/>
              <a:pathLst>
                <a:path w="207645" h="280670">
                  <a:moveTo>
                    <a:pt x="51815" y="280416"/>
                  </a:moveTo>
                  <a:lnTo>
                    <a:pt x="51815" y="72542"/>
                  </a:lnTo>
                  <a:lnTo>
                    <a:pt x="0" y="72542"/>
                  </a:lnTo>
                  <a:lnTo>
                    <a:pt x="103631" y="0"/>
                  </a:lnTo>
                  <a:lnTo>
                    <a:pt x="207263" y="72542"/>
                  </a:lnTo>
                  <a:lnTo>
                    <a:pt x="155448" y="72542"/>
                  </a:lnTo>
                  <a:lnTo>
                    <a:pt x="155448" y="280416"/>
                  </a:lnTo>
                  <a:lnTo>
                    <a:pt x="51815" y="280416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302378" y="4920183"/>
            <a:ext cx="9023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Verdana"/>
                <a:cs typeface="Verdana"/>
              </a:rPr>
              <a:t>Do</a:t>
            </a:r>
            <a:r>
              <a:rPr dirty="0" sz="1000" spc="-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a</a:t>
            </a:r>
            <a:r>
              <a:rPr dirty="0" sz="1000" spc="-20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site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 spc="-10">
                <a:latin typeface="Verdana"/>
                <a:cs typeface="Verdana"/>
              </a:rPr>
              <a:t>visit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868292" y="5358765"/>
            <a:ext cx="1769745" cy="705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Verdana"/>
                <a:cs typeface="Verdana"/>
              </a:rPr>
              <a:t>Do</a:t>
            </a:r>
            <a:r>
              <a:rPr dirty="0" sz="1000" spc="-20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a</a:t>
            </a:r>
            <a:r>
              <a:rPr dirty="0" sz="1000" spc="-30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dramatic</a:t>
            </a:r>
            <a:r>
              <a:rPr dirty="0" sz="1000" spc="-20">
                <a:latin typeface="Verdana"/>
                <a:cs typeface="Verdana"/>
              </a:rPr>
              <a:t> </a:t>
            </a:r>
            <a:r>
              <a:rPr dirty="0" sz="1000" spc="-10">
                <a:latin typeface="Verdana"/>
                <a:cs typeface="Verdana"/>
              </a:rPr>
              <a:t>presentation</a:t>
            </a:r>
            <a:endParaRPr sz="1000">
              <a:latin typeface="Verdana"/>
              <a:cs typeface="Verdana"/>
            </a:endParaRPr>
          </a:p>
          <a:p>
            <a:pPr marL="342900" marR="23495" indent="-309880">
              <a:lnSpc>
                <a:spcPts val="2090"/>
              </a:lnSpc>
              <a:spcBef>
                <a:spcPts val="80"/>
              </a:spcBef>
            </a:pPr>
            <a:r>
              <a:rPr dirty="0" sz="1000">
                <a:latin typeface="Verdana"/>
                <a:cs typeface="Verdana"/>
              </a:rPr>
              <a:t>Simulate</a:t>
            </a:r>
            <a:r>
              <a:rPr dirty="0" sz="1000" spc="-3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a</a:t>
            </a:r>
            <a:r>
              <a:rPr dirty="0" sz="1000" spc="-30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real</a:t>
            </a:r>
            <a:r>
              <a:rPr dirty="0" sz="1000" spc="-5">
                <a:latin typeface="Verdana"/>
                <a:cs typeface="Verdana"/>
              </a:rPr>
              <a:t> </a:t>
            </a:r>
            <a:r>
              <a:rPr dirty="0" sz="1000" spc="-10">
                <a:latin typeface="Verdana"/>
                <a:cs typeface="Verdana"/>
              </a:rPr>
              <a:t>experience </a:t>
            </a:r>
            <a:r>
              <a:rPr dirty="0" sz="1000">
                <a:latin typeface="Verdana"/>
                <a:cs typeface="Verdana"/>
              </a:rPr>
              <a:t>Do</a:t>
            </a:r>
            <a:r>
              <a:rPr dirty="0" sz="1000" spc="-2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the</a:t>
            </a:r>
            <a:r>
              <a:rPr dirty="0" sz="1000" spc="-30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real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 spc="-20">
                <a:latin typeface="Verdana"/>
                <a:cs typeface="Verdana"/>
              </a:rPr>
              <a:t>thing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57269" y="4314190"/>
            <a:ext cx="13925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Verdana"/>
                <a:cs typeface="Verdana"/>
              </a:rPr>
              <a:t>Watch</a:t>
            </a:r>
            <a:r>
              <a:rPr dirty="0" sz="1000" spc="-25">
                <a:latin typeface="Verdana"/>
                <a:cs typeface="Verdana"/>
              </a:rPr>
              <a:t> </a:t>
            </a:r>
            <a:r>
              <a:rPr dirty="0" sz="1000" spc="-10">
                <a:latin typeface="Verdana"/>
                <a:cs typeface="Verdana"/>
              </a:rPr>
              <a:t>demonstration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42028" y="3374517"/>
            <a:ext cx="1425575" cy="664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Verdana"/>
                <a:cs typeface="Verdana"/>
              </a:rPr>
              <a:t>Watch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still</a:t>
            </a:r>
            <a:r>
              <a:rPr dirty="0" sz="1000" spc="-45">
                <a:latin typeface="Verdana"/>
                <a:cs typeface="Verdana"/>
              </a:rPr>
              <a:t> </a:t>
            </a:r>
            <a:r>
              <a:rPr dirty="0" sz="1000" spc="-10">
                <a:latin typeface="Verdana"/>
                <a:cs typeface="Verdana"/>
              </a:rPr>
              <a:t>picture</a:t>
            </a:r>
            <a:endParaRPr sz="1000">
              <a:latin typeface="Verdana"/>
              <a:cs typeface="Verdana"/>
            </a:endParaRPr>
          </a:p>
          <a:p>
            <a:pPr algn="ctr" marL="12700" marR="5080">
              <a:lnSpc>
                <a:spcPct val="157400"/>
              </a:lnSpc>
              <a:spcBef>
                <a:spcPts val="55"/>
              </a:spcBef>
            </a:pPr>
            <a:r>
              <a:rPr dirty="0" sz="1000">
                <a:latin typeface="Verdana"/>
                <a:cs typeface="Verdana"/>
              </a:rPr>
              <a:t>Watch</a:t>
            </a:r>
            <a:r>
              <a:rPr dirty="0" sz="1000" spc="-20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moving</a:t>
            </a:r>
            <a:r>
              <a:rPr dirty="0" sz="1000" spc="-40">
                <a:latin typeface="Verdana"/>
                <a:cs typeface="Verdana"/>
              </a:rPr>
              <a:t> </a:t>
            </a:r>
            <a:r>
              <a:rPr dirty="0" sz="1000" spc="-10">
                <a:latin typeface="Verdana"/>
                <a:cs typeface="Verdana"/>
              </a:rPr>
              <a:t>picture </a:t>
            </a:r>
            <a:r>
              <a:rPr dirty="0" sz="1000">
                <a:latin typeface="Verdana"/>
                <a:cs typeface="Verdana"/>
              </a:rPr>
              <a:t>Watch</a:t>
            </a:r>
            <a:r>
              <a:rPr dirty="0" sz="1000" spc="-25">
                <a:latin typeface="Verdana"/>
                <a:cs typeface="Verdana"/>
              </a:rPr>
              <a:t> </a:t>
            </a:r>
            <a:r>
              <a:rPr dirty="0" sz="1000" spc="-10">
                <a:latin typeface="Verdana"/>
                <a:cs typeface="Verdana"/>
              </a:rPr>
              <a:t>exhibit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583048" y="2501264"/>
            <a:ext cx="343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Verdana"/>
                <a:cs typeface="Verdana"/>
              </a:rPr>
              <a:t>Read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380357" y="2821304"/>
            <a:ext cx="7499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Verdana"/>
                <a:cs typeface="Verdana"/>
              </a:rPr>
              <a:t>Hear</a:t>
            </a:r>
            <a:r>
              <a:rPr dirty="0" sz="1000" spc="-30">
                <a:latin typeface="Verdana"/>
                <a:cs typeface="Verdana"/>
              </a:rPr>
              <a:t> </a:t>
            </a:r>
            <a:r>
              <a:rPr dirty="0" sz="1000" spc="-10">
                <a:latin typeface="Verdana"/>
                <a:cs typeface="Verdana"/>
              </a:rPr>
              <a:t>words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707382" y="1514983"/>
            <a:ext cx="946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Verdana"/>
                <a:cs typeface="Verdana"/>
              </a:rPr>
              <a:t>?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816354" y="1501902"/>
            <a:ext cx="20402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Verdana"/>
                <a:cs typeface="Verdana"/>
              </a:rPr>
              <a:t>People</a:t>
            </a:r>
            <a:r>
              <a:rPr dirty="0" sz="1000" spc="-50" b="1">
                <a:latin typeface="Verdana"/>
                <a:cs typeface="Verdana"/>
              </a:rPr>
              <a:t> </a:t>
            </a:r>
            <a:r>
              <a:rPr dirty="0" sz="1000" b="1">
                <a:latin typeface="Verdana"/>
                <a:cs typeface="Verdana"/>
              </a:rPr>
              <a:t>Generally</a:t>
            </a:r>
            <a:r>
              <a:rPr dirty="0" sz="1000" spc="-35" b="1">
                <a:latin typeface="Verdana"/>
                <a:cs typeface="Verdana"/>
              </a:rPr>
              <a:t> </a:t>
            </a:r>
            <a:r>
              <a:rPr dirty="0" sz="1000" spc="-10" b="1">
                <a:latin typeface="Verdana"/>
                <a:cs typeface="Verdana"/>
              </a:rPr>
              <a:t>Remember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198870" y="2501264"/>
            <a:ext cx="10528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Verdana"/>
                <a:cs typeface="Verdana"/>
              </a:rPr>
              <a:t>Verbal</a:t>
            </a:r>
            <a:r>
              <a:rPr dirty="0" sz="1000" spc="-30">
                <a:latin typeface="Verdana"/>
                <a:cs typeface="Verdana"/>
              </a:rPr>
              <a:t> </a:t>
            </a:r>
            <a:r>
              <a:rPr dirty="0" sz="1000" spc="-10">
                <a:latin typeface="Verdana"/>
                <a:cs typeface="Verdana"/>
              </a:rPr>
              <a:t>receiving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226302" y="3381248"/>
            <a:ext cx="10248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Verdana"/>
                <a:cs typeface="Verdana"/>
              </a:rPr>
              <a:t>Visual</a:t>
            </a:r>
            <a:r>
              <a:rPr dirty="0" sz="1000" spc="-25">
                <a:latin typeface="Verdana"/>
                <a:cs typeface="Verdana"/>
              </a:rPr>
              <a:t> </a:t>
            </a:r>
            <a:r>
              <a:rPr dirty="0" sz="1000" spc="-10">
                <a:latin typeface="Verdana"/>
                <a:cs typeface="Verdana"/>
              </a:rPr>
              <a:t>receiving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729730" y="4897018"/>
            <a:ext cx="520700" cy="978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73660" marR="5715" indent="-60960">
              <a:lnSpc>
                <a:spcPct val="125000"/>
              </a:lnSpc>
              <a:spcBef>
                <a:spcPts val="100"/>
              </a:spcBef>
            </a:pPr>
            <a:r>
              <a:rPr dirty="0" sz="1000" spc="-10">
                <a:latin typeface="Verdana"/>
                <a:cs typeface="Verdana"/>
              </a:rPr>
              <a:t>Hearing Saying Seeing</a:t>
            </a:r>
            <a:endParaRPr sz="100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300"/>
              </a:spcBef>
            </a:pPr>
            <a:r>
              <a:rPr dirty="0" sz="1000" spc="-25">
                <a:latin typeface="Verdana"/>
                <a:cs typeface="Verdana"/>
              </a:rPr>
              <a:t>and</a:t>
            </a:r>
            <a:endParaRPr sz="100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300"/>
              </a:spcBef>
            </a:pPr>
            <a:r>
              <a:rPr dirty="0" sz="1000" spc="-10">
                <a:latin typeface="Verdana"/>
                <a:cs typeface="Verdana"/>
              </a:rPr>
              <a:t>Doing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816354" y="4900676"/>
            <a:ext cx="117094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Verdana"/>
                <a:cs typeface="Verdana"/>
              </a:rPr>
              <a:t>70%</a:t>
            </a:r>
            <a:r>
              <a:rPr dirty="0" sz="1000" spc="-20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of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what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 spc="-20">
                <a:latin typeface="Verdana"/>
                <a:cs typeface="Verdana"/>
              </a:rPr>
              <a:t>they </a:t>
            </a:r>
            <a:r>
              <a:rPr dirty="0" sz="1000">
                <a:latin typeface="Verdana"/>
                <a:cs typeface="Verdana"/>
              </a:rPr>
              <a:t>say</a:t>
            </a:r>
            <a:r>
              <a:rPr dirty="0" sz="1000" spc="-20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or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 spc="-10">
                <a:latin typeface="Verdana"/>
                <a:cs typeface="Verdana"/>
              </a:rPr>
              <a:t>write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816354" y="5353939"/>
            <a:ext cx="84455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Verdana"/>
                <a:cs typeface="Verdana"/>
              </a:rPr>
              <a:t>90%</a:t>
            </a:r>
            <a:r>
              <a:rPr dirty="0" sz="1000" spc="-2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of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 spc="-20">
                <a:latin typeface="Verdana"/>
                <a:cs typeface="Verdana"/>
              </a:rPr>
              <a:t>what </a:t>
            </a:r>
            <a:r>
              <a:rPr dirty="0" sz="1000">
                <a:latin typeface="Verdana"/>
                <a:cs typeface="Verdana"/>
              </a:rPr>
              <a:t>they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say</a:t>
            </a:r>
            <a:r>
              <a:rPr dirty="0" sz="1000" spc="-30">
                <a:latin typeface="Verdana"/>
                <a:cs typeface="Verdana"/>
              </a:rPr>
              <a:t> </a:t>
            </a:r>
            <a:r>
              <a:rPr dirty="0" sz="1000" spc="-25">
                <a:latin typeface="Verdana"/>
                <a:cs typeface="Verdana"/>
              </a:rPr>
              <a:t>as </a:t>
            </a:r>
            <a:r>
              <a:rPr dirty="0" sz="1000">
                <a:latin typeface="Verdana"/>
                <a:cs typeface="Verdana"/>
              </a:rPr>
              <a:t>they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do</a:t>
            </a:r>
            <a:r>
              <a:rPr dirty="0" sz="1000" spc="-30">
                <a:latin typeface="Verdana"/>
                <a:cs typeface="Verdana"/>
              </a:rPr>
              <a:t> </a:t>
            </a:r>
            <a:r>
              <a:rPr dirty="0" sz="1000" spc="-50">
                <a:latin typeface="Verdana"/>
                <a:cs typeface="Verdana"/>
              </a:rPr>
              <a:t>a </a:t>
            </a:r>
            <a:r>
              <a:rPr dirty="0" sz="1000" spc="-10">
                <a:latin typeface="Verdana"/>
                <a:cs typeface="Verdana"/>
              </a:rPr>
              <a:t>thing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816354" y="3381248"/>
            <a:ext cx="14319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Verdana"/>
                <a:cs typeface="Verdana"/>
              </a:rPr>
              <a:t>30%</a:t>
            </a:r>
            <a:r>
              <a:rPr dirty="0" sz="1000" spc="-2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of</a:t>
            </a:r>
            <a:r>
              <a:rPr dirty="0" sz="1000" spc="-20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what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they</a:t>
            </a:r>
            <a:r>
              <a:rPr dirty="0" sz="1000" spc="-20">
                <a:latin typeface="Verdana"/>
                <a:cs typeface="Verdana"/>
              </a:rPr>
              <a:t> </a:t>
            </a:r>
            <a:r>
              <a:rPr dirty="0" sz="1000" spc="-25">
                <a:latin typeface="Verdana"/>
                <a:cs typeface="Verdana"/>
              </a:rPr>
              <a:t>see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816354" y="2821304"/>
            <a:ext cx="15017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Verdana"/>
                <a:cs typeface="Verdana"/>
              </a:rPr>
              <a:t>20%</a:t>
            </a:r>
            <a:r>
              <a:rPr dirty="0" sz="1000" spc="-2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of</a:t>
            </a:r>
            <a:r>
              <a:rPr dirty="0" sz="1000" spc="-20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what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they</a:t>
            </a:r>
            <a:r>
              <a:rPr dirty="0" sz="1000" spc="-20">
                <a:latin typeface="Verdana"/>
                <a:cs typeface="Verdana"/>
              </a:rPr>
              <a:t> hear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816354" y="2501264"/>
            <a:ext cx="14992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Verdana"/>
                <a:cs typeface="Verdana"/>
              </a:rPr>
              <a:t>10%</a:t>
            </a:r>
            <a:r>
              <a:rPr dirty="0" sz="1000" spc="-2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of</a:t>
            </a:r>
            <a:r>
              <a:rPr dirty="0" sz="1000" spc="-20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what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they</a:t>
            </a:r>
            <a:r>
              <a:rPr dirty="0" sz="1000" spc="-20">
                <a:latin typeface="Verdana"/>
                <a:cs typeface="Verdana"/>
              </a:rPr>
              <a:t> read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816354" y="4167632"/>
            <a:ext cx="117094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Verdana"/>
                <a:cs typeface="Verdana"/>
              </a:rPr>
              <a:t>50%</a:t>
            </a:r>
            <a:r>
              <a:rPr dirty="0" sz="1000" spc="-20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of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what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 spc="-20">
                <a:latin typeface="Verdana"/>
                <a:cs typeface="Verdana"/>
              </a:rPr>
              <a:t>they </a:t>
            </a:r>
            <a:r>
              <a:rPr dirty="0" sz="1000">
                <a:latin typeface="Verdana"/>
                <a:cs typeface="Verdana"/>
              </a:rPr>
              <a:t>hear</a:t>
            </a:r>
            <a:r>
              <a:rPr dirty="0" sz="1000" spc="-15">
                <a:latin typeface="Verdana"/>
                <a:cs typeface="Verdana"/>
              </a:rPr>
              <a:t> </a:t>
            </a:r>
            <a:r>
              <a:rPr dirty="0" sz="1000">
                <a:latin typeface="Verdana"/>
                <a:cs typeface="Verdana"/>
              </a:rPr>
              <a:t>and</a:t>
            </a:r>
            <a:r>
              <a:rPr dirty="0" sz="1000" spc="-25">
                <a:latin typeface="Verdana"/>
                <a:cs typeface="Verdana"/>
              </a:rPr>
              <a:t> see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917190">
              <a:lnSpc>
                <a:spcPct val="100000"/>
              </a:lnSpc>
              <a:spcBef>
                <a:spcPts val="105"/>
              </a:spcBef>
            </a:pPr>
            <a:r>
              <a:rPr dirty="0" sz="4400" b="0">
                <a:solidFill>
                  <a:srgbClr val="000000"/>
                </a:solidFill>
                <a:latin typeface="Calibri"/>
                <a:cs typeface="Calibri"/>
              </a:rPr>
              <a:t>Latihan</a:t>
            </a:r>
            <a:r>
              <a:rPr dirty="0" sz="4400" spc="-20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spc="-50" b="0">
                <a:solidFill>
                  <a:srgbClr val="000000"/>
                </a:solidFill>
                <a:latin typeface="Calibri"/>
                <a:cs typeface="Calibri"/>
              </a:rPr>
              <a:t>…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21640" y="1458213"/>
            <a:ext cx="8447405" cy="4942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66700" marR="21717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Anda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ingin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mengkampanyekan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perilaku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pacaran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sehat </a:t>
            </a:r>
            <a:r>
              <a:rPr dirty="0" sz="2800">
                <a:latin typeface="Calibri"/>
                <a:cs typeface="Calibri"/>
              </a:rPr>
              <a:t>remaja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“</a:t>
            </a:r>
            <a:r>
              <a:rPr dirty="0" sz="2800" i="1">
                <a:latin typeface="Calibri"/>
                <a:cs typeface="Calibri"/>
              </a:rPr>
              <a:t>no</a:t>
            </a:r>
            <a:r>
              <a:rPr dirty="0" sz="2800" spc="-85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free</a:t>
            </a:r>
            <a:r>
              <a:rPr dirty="0" sz="2800" spc="-70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sex</a:t>
            </a:r>
            <a:r>
              <a:rPr dirty="0" sz="2800">
                <a:latin typeface="Calibri"/>
                <a:cs typeface="Calibri"/>
              </a:rPr>
              <a:t>”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dengan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sasaran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siswa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SMA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Kota </a:t>
            </a:r>
            <a:r>
              <a:rPr dirty="0" sz="2800" spc="-10">
                <a:latin typeface="Calibri"/>
                <a:cs typeface="Calibri"/>
              </a:rPr>
              <a:t>Semarang.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800">
              <a:latin typeface="Calibri"/>
              <a:cs typeface="Calibri"/>
            </a:endParaRPr>
          </a:p>
          <a:p>
            <a:pPr algn="ctr" marL="56515" marR="5080" indent="1270">
              <a:lnSpc>
                <a:spcPct val="100000"/>
              </a:lnSpc>
            </a:pPr>
            <a:r>
              <a:rPr dirty="0" sz="2800">
                <a:latin typeface="Calibri"/>
                <a:cs typeface="Calibri"/>
              </a:rPr>
              <a:t>Coba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tentukan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media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yang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Anda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gunakan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untuk </a:t>
            </a:r>
            <a:r>
              <a:rPr dirty="0" sz="2800" spc="-25">
                <a:latin typeface="Calibri"/>
                <a:cs typeface="Calibri"/>
              </a:rPr>
              <a:t>mengkomunikasikan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pesan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Anda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agar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tercapai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komunikasi efektif!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Sertai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alasan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yang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mendukung!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2800">
              <a:latin typeface="Calibri"/>
              <a:cs typeface="Calibri"/>
            </a:endParaRPr>
          </a:p>
          <a:p>
            <a:pPr algn="just" marL="12700" marR="1148715">
              <a:lnSpc>
                <a:spcPct val="110000"/>
              </a:lnSpc>
            </a:pPr>
            <a:r>
              <a:rPr dirty="0" sz="2400" spc="-10">
                <a:latin typeface="Calibri"/>
                <a:cs typeface="Calibri"/>
              </a:rPr>
              <a:t>Catatan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: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media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yang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digunakan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harus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spesifik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kreatif</a:t>
            </a:r>
            <a:r>
              <a:rPr dirty="0" sz="2400" spc="-10">
                <a:latin typeface="Calibri"/>
                <a:cs typeface="Calibri"/>
              </a:rPr>
              <a:t>! </a:t>
            </a:r>
            <a:r>
              <a:rPr dirty="0" sz="2400">
                <a:latin typeface="Calibri"/>
                <a:cs typeface="Calibri"/>
              </a:rPr>
              <a:t>(Waktu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10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menit,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dilanjutkan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dengan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brainstorming</a:t>
            </a:r>
            <a:r>
              <a:rPr dirty="0" sz="2400" spc="-10">
                <a:latin typeface="Calibri"/>
                <a:cs typeface="Calibri"/>
              </a:rPr>
              <a:t>/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curah </a:t>
            </a:r>
            <a:r>
              <a:rPr dirty="0" sz="2400">
                <a:latin typeface="Calibri"/>
                <a:cs typeface="Calibri"/>
              </a:rPr>
              <a:t>pendapat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semua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harus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mengkomunikasikan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idenya)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28371"/>
            <a:ext cx="7963534" cy="13525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900" spc="-50" b="0">
                <a:solidFill>
                  <a:srgbClr val="EBEBEB"/>
                </a:solidFill>
                <a:latin typeface="Verdana"/>
                <a:cs typeface="Verdana"/>
              </a:rPr>
              <a:t>“Kata-</a:t>
            </a:r>
            <a:r>
              <a:rPr dirty="0" sz="2900" b="0">
                <a:solidFill>
                  <a:srgbClr val="EBEBEB"/>
                </a:solidFill>
                <a:latin typeface="Verdana"/>
                <a:cs typeface="Verdana"/>
              </a:rPr>
              <a:t>kata</a:t>
            </a:r>
            <a:r>
              <a:rPr dirty="0" sz="2900" spc="-204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2900" spc="114" b="0">
                <a:solidFill>
                  <a:srgbClr val="EBEBEB"/>
                </a:solidFill>
                <a:latin typeface="Verdana"/>
                <a:cs typeface="Verdana"/>
              </a:rPr>
              <a:t>dapat</a:t>
            </a:r>
            <a:r>
              <a:rPr dirty="0" sz="2900" spc="-185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2900" spc="-50" b="0">
                <a:solidFill>
                  <a:srgbClr val="EBEBEB"/>
                </a:solidFill>
                <a:latin typeface="Verdana"/>
                <a:cs typeface="Verdana"/>
              </a:rPr>
              <a:t>menjadi</a:t>
            </a:r>
            <a:r>
              <a:rPr dirty="0" sz="2900" spc="-195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2900" spc="-45" b="0">
                <a:solidFill>
                  <a:srgbClr val="EBEBEB"/>
                </a:solidFill>
                <a:latin typeface="Verdana"/>
                <a:cs typeface="Verdana"/>
              </a:rPr>
              <a:t>dinamit”</a:t>
            </a:r>
            <a:r>
              <a:rPr dirty="0" sz="2900" spc="-220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2900" spc="-85" b="0">
                <a:solidFill>
                  <a:srgbClr val="EBEBEB"/>
                </a:solidFill>
                <a:latin typeface="Verdana"/>
                <a:cs typeface="Verdana"/>
              </a:rPr>
              <a:t>Scott</a:t>
            </a:r>
            <a:r>
              <a:rPr dirty="0" sz="2900" spc="-165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2900" spc="-25" b="0">
                <a:solidFill>
                  <a:srgbClr val="EBEBEB"/>
                </a:solidFill>
                <a:latin typeface="Verdana"/>
                <a:cs typeface="Verdana"/>
              </a:rPr>
              <a:t>M. </a:t>
            </a:r>
            <a:r>
              <a:rPr dirty="0" sz="2900" spc="-35" b="0">
                <a:solidFill>
                  <a:srgbClr val="EBEBEB"/>
                </a:solidFill>
                <a:latin typeface="Verdana"/>
                <a:cs typeface="Verdana"/>
              </a:rPr>
              <a:t>Cutlip</a:t>
            </a:r>
            <a:r>
              <a:rPr dirty="0" sz="2900" spc="-240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2900" spc="105" b="0">
                <a:solidFill>
                  <a:srgbClr val="EBEBEB"/>
                </a:solidFill>
                <a:latin typeface="Verdana"/>
                <a:cs typeface="Verdana"/>
              </a:rPr>
              <a:t>dan</a:t>
            </a:r>
            <a:r>
              <a:rPr dirty="0" sz="2900" spc="-225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2900" spc="-50" b="0">
                <a:solidFill>
                  <a:srgbClr val="EBEBEB"/>
                </a:solidFill>
                <a:latin typeface="Verdana"/>
                <a:cs typeface="Verdana"/>
              </a:rPr>
              <a:t>Allen</a:t>
            </a:r>
            <a:r>
              <a:rPr dirty="0" sz="2900" spc="-215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2900" spc="-235" b="0">
                <a:solidFill>
                  <a:srgbClr val="EBEBEB"/>
                </a:solidFill>
                <a:latin typeface="Verdana"/>
                <a:cs typeface="Verdana"/>
              </a:rPr>
              <a:t>H.</a:t>
            </a:r>
            <a:r>
              <a:rPr dirty="0" sz="2900" spc="-220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2900" b="0">
                <a:solidFill>
                  <a:srgbClr val="EBEBEB"/>
                </a:solidFill>
                <a:latin typeface="Verdana"/>
                <a:cs typeface="Verdana"/>
              </a:rPr>
              <a:t>Center</a:t>
            </a:r>
            <a:r>
              <a:rPr dirty="0" sz="2900" spc="-200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2900" spc="-515" b="0">
                <a:solidFill>
                  <a:srgbClr val="EBEBEB"/>
                </a:solidFill>
                <a:latin typeface="Verdana"/>
                <a:cs typeface="Verdana"/>
              </a:rPr>
              <a:t>;</a:t>
            </a:r>
            <a:r>
              <a:rPr dirty="0" sz="2900" spc="-215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2900" spc="-45" b="0" i="1">
                <a:solidFill>
                  <a:srgbClr val="EBEBEB"/>
                </a:solidFill>
                <a:latin typeface="Verdana"/>
                <a:cs typeface="Verdana"/>
              </a:rPr>
              <a:t>Effective</a:t>
            </a:r>
            <a:r>
              <a:rPr dirty="0" sz="2900" spc="-210" b="0" i="1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2900" spc="-10" b="0" i="1">
                <a:solidFill>
                  <a:srgbClr val="EBEBEB"/>
                </a:solidFill>
                <a:latin typeface="Verdana"/>
                <a:cs typeface="Verdana"/>
              </a:rPr>
              <a:t>Public Relations</a:t>
            </a:r>
            <a:r>
              <a:rPr dirty="0" sz="2900" spc="-10" b="0">
                <a:solidFill>
                  <a:srgbClr val="EBEBEB"/>
                </a:solidFill>
                <a:latin typeface="Verdana"/>
                <a:cs typeface="Verdana"/>
              </a:rPr>
              <a:t>.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887677"/>
            <a:ext cx="7943850" cy="390969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34"/>
              </a:spcBef>
            </a:pPr>
            <a:r>
              <a:rPr dirty="0" sz="2250" spc="1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2250" spc="1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Verdana"/>
                <a:cs typeface="Verdana"/>
              </a:rPr>
              <a:t>“Terdapat</a:t>
            </a:r>
            <a:r>
              <a:rPr dirty="0" sz="280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120">
                <a:solidFill>
                  <a:srgbClr val="FFFFFF"/>
                </a:solidFill>
                <a:latin typeface="Verdana"/>
                <a:cs typeface="Verdana"/>
              </a:rPr>
              <a:t>bukti</a:t>
            </a:r>
            <a:r>
              <a:rPr dirty="0" sz="280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Verdana"/>
                <a:cs typeface="Verdana"/>
              </a:rPr>
              <a:t>kesalahan</a:t>
            </a:r>
            <a:r>
              <a:rPr dirty="0" sz="280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40">
                <a:solidFill>
                  <a:srgbClr val="FFFFFF"/>
                </a:solidFill>
                <a:latin typeface="Verdana"/>
                <a:cs typeface="Verdana"/>
              </a:rPr>
              <a:t>dalam </a:t>
            </a:r>
            <a:r>
              <a:rPr dirty="0" sz="2800" spc="-50">
                <a:solidFill>
                  <a:srgbClr val="FFFFFF"/>
                </a:solidFill>
                <a:latin typeface="Verdana"/>
                <a:cs typeface="Verdana"/>
              </a:rPr>
              <a:t>menerjemahkan</a:t>
            </a:r>
            <a:r>
              <a:rPr dirty="0" sz="28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>
                <a:solidFill>
                  <a:srgbClr val="FFFFFF"/>
                </a:solidFill>
                <a:latin typeface="Verdana"/>
                <a:cs typeface="Verdana"/>
              </a:rPr>
              <a:t>sebuah</a:t>
            </a:r>
            <a:r>
              <a:rPr dirty="0" sz="28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>
                <a:solidFill>
                  <a:srgbClr val="FFFFFF"/>
                </a:solidFill>
                <a:latin typeface="Verdana"/>
                <a:cs typeface="Verdana"/>
              </a:rPr>
              <a:t>pesan</a:t>
            </a:r>
            <a:r>
              <a:rPr dirty="0" sz="28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oleh </a:t>
            </a:r>
            <a:r>
              <a:rPr dirty="0" sz="2800" spc="-40">
                <a:solidFill>
                  <a:srgbClr val="FFFFFF"/>
                </a:solidFill>
                <a:latin typeface="Verdana"/>
                <a:cs typeface="Verdana"/>
              </a:rPr>
              <a:t>pemerintah</a:t>
            </a:r>
            <a:r>
              <a:rPr dirty="0" sz="28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95">
                <a:solidFill>
                  <a:srgbClr val="FFFFFF"/>
                </a:solidFill>
                <a:latin typeface="Verdana"/>
                <a:cs typeface="Verdana"/>
              </a:rPr>
              <a:t>Jepang</a:t>
            </a:r>
            <a:r>
              <a:rPr dirty="0" sz="280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70">
                <a:solidFill>
                  <a:srgbClr val="FFFFFF"/>
                </a:solidFill>
                <a:latin typeface="Verdana"/>
                <a:cs typeface="Verdana"/>
              </a:rPr>
              <a:t>sewaktu</a:t>
            </a:r>
            <a:r>
              <a:rPr dirty="0" sz="28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65">
                <a:solidFill>
                  <a:srgbClr val="FFFFFF"/>
                </a:solidFill>
                <a:latin typeface="Verdana"/>
                <a:cs typeface="Verdana"/>
              </a:rPr>
              <a:t>PD</a:t>
            </a:r>
            <a:r>
              <a:rPr dirty="0" sz="2800" spc="-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450">
                <a:solidFill>
                  <a:srgbClr val="FFFFFF"/>
                </a:solidFill>
                <a:latin typeface="Verdana"/>
                <a:cs typeface="Verdana"/>
              </a:rPr>
              <a:t>II,</a:t>
            </a:r>
            <a:r>
              <a:rPr dirty="0" sz="2800" spc="-1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yang </a:t>
            </a:r>
            <a:r>
              <a:rPr dirty="0" sz="2800">
                <a:solidFill>
                  <a:srgbClr val="FFFFFF"/>
                </a:solidFill>
                <a:latin typeface="Verdana"/>
                <a:cs typeface="Verdana"/>
              </a:rPr>
              <a:t>telah</a:t>
            </a:r>
            <a:r>
              <a:rPr dirty="0" sz="28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>
                <a:solidFill>
                  <a:srgbClr val="FFFFFF"/>
                </a:solidFill>
                <a:latin typeface="Verdana"/>
                <a:cs typeface="Verdana"/>
              </a:rPr>
              <a:t>menyebabkan</a:t>
            </a:r>
            <a:r>
              <a:rPr dirty="0" sz="28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145">
                <a:solidFill>
                  <a:srgbClr val="FFFFFF"/>
                </a:solidFill>
                <a:latin typeface="Verdana"/>
                <a:cs typeface="Verdana"/>
              </a:rPr>
              <a:t>Hiroshima</a:t>
            </a:r>
            <a:r>
              <a:rPr dirty="0" sz="28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100">
                <a:solidFill>
                  <a:srgbClr val="FFFFFF"/>
                </a:solidFill>
                <a:latin typeface="Verdana"/>
                <a:cs typeface="Verdana"/>
              </a:rPr>
              <a:t>dijatuhi</a:t>
            </a:r>
            <a:r>
              <a:rPr dirty="0" sz="28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30">
                <a:solidFill>
                  <a:srgbClr val="FFFFFF"/>
                </a:solidFill>
                <a:latin typeface="Verdana"/>
                <a:cs typeface="Verdana"/>
              </a:rPr>
              <a:t>bom </a:t>
            </a:r>
            <a:r>
              <a:rPr dirty="0" sz="2800" spc="-30">
                <a:solidFill>
                  <a:srgbClr val="FFFFFF"/>
                </a:solidFill>
                <a:latin typeface="Verdana"/>
                <a:cs typeface="Verdana"/>
              </a:rPr>
              <a:t>atom.</a:t>
            </a:r>
            <a:r>
              <a:rPr dirty="0" sz="2800" spc="-1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Perkataan</a:t>
            </a:r>
            <a:r>
              <a:rPr dirty="0" sz="280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120" i="1">
                <a:solidFill>
                  <a:srgbClr val="FFFFFF"/>
                </a:solidFill>
                <a:latin typeface="Verdana"/>
                <a:cs typeface="Verdana"/>
              </a:rPr>
              <a:t>mokusatsu</a:t>
            </a:r>
            <a:r>
              <a:rPr dirty="0" sz="2800" spc="-19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yang </a:t>
            </a:r>
            <a:r>
              <a:rPr dirty="0" sz="2800">
                <a:solidFill>
                  <a:srgbClr val="FFFFFF"/>
                </a:solidFill>
                <a:latin typeface="Verdana"/>
                <a:cs typeface="Verdana"/>
              </a:rPr>
              <a:t>dipergunakan</a:t>
            </a:r>
            <a:r>
              <a:rPr dirty="0" sz="2800" spc="-2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>
                <a:solidFill>
                  <a:srgbClr val="FFFFFF"/>
                </a:solidFill>
                <a:latin typeface="Verdana"/>
                <a:cs typeface="Verdana"/>
              </a:rPr>
              <a:t>oleh</a:t>
            </a:r>
            <a:r>
              <a:rPr dirty="0" sz="280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40">
                <a:solidFill>
                  <a:srgbClr val="FFFFFF"/>
                </a:solidFill>
                <a:latin typeface="Verdana"/>
                <a:cs typeface="Verdana"/>
              </a:rPr>
              <a:t>pemerintah</a:t>
            </a:r>
            <a:r>
              <a:rPr dirty="0" sz="280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85">
                <a:solidFill>
                  <a:srgbClr val="FFFFFF"/>
                </a:solidFill>
                <a:latin typeface="Verdana"/>
                <a:cs typeface="Verdana"/>
              </a:rPr>
              <a:t>Jepang </a:t>
            </a:r>
            <a:r>
              <a:rPr dirty="0" sz="2800">
                <a:solidFill>
                  <a:srgbClr val="FFFFFF"/>
                </a:solidFill>
                <a:latin typeface="Verdana"/>
                <a:cs typeface="Verdana"/>
              </a:rPr>
              <a:t>agar</a:t>
            </a:r>
            <a:r>
              <a:rPr dirty="0" sz="28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60">
                <a:solidFill>
                  <a:srgbClr val="FFFFFF"/>
                </a:solidFill>
                <a:latin typeface="Verdana"/>
                <a:cs typeface="Verdana"/>
              </a:rPr>
              <a:t>menyerah,</a:t>
            </a:r>
            <a:r>
              <a:rPr dirty="0" sz="28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65">
                <a:solidFill>
                  <a:srgbClr val="FFFFFF"/>
                </a:solidFill>
                <a:latin typeface="Verdana"/>
                <a:cs typeface="Verdana"/>
              </a:rPr>
              <a:t>diterjemahkan</a:t>
            </a:r>
            <a:r>
              <a:rPr dirty="0" sz="28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>
                <a:solidFill>
                  <a:srgbClr val="FFFFFF"/>
                </a:solidFill>
                <a:latin typeface="Verdana"/>
                <a:cs typeface="Verdana"/>
              </a:rPr>
              <a:t>oleh</a:t>
            </a:r>
            <a:r>
              <a:rPr dirty="0" sz="28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Verdana"/>
                <a:cs typeface="Verdana"/>
              </a:rPr>
              <a:t>Kantor </a:t>
            </a:r>
            <a:r>
              <a:rPr dirty="0" sz="2800" spc="-130">
                <a:solidFill>
                  <a:srgbClr val="FFFFFF"/>
                </a:solidFill>
                <a:latin typeface="Verdana"/>
                <a:cs typeface="Verdana"/>
              </a:rPr>
              <a:t>Berita</a:t>
            </a:r>
            <a:r>
              <a:rPr dirty="0" sz="2800" spc="-1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Domei</a:t>
            </a:r>
            <a:r>
              <a:rPr dirty="0" sz="28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40">
                <a:solidFill>
                  <a:srgbClr val="FFFFFF"/>
                </a:solidFill>
                <a:latin typeface="Verdana"/>
                <a:cs typeface="Verdana"/>
              </a:rPr>
              <a:t>menjadi</a:t>
            </a:r>
            <a:r>
              <a:rPr dirty="0" sz="280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65" i="1">
                <a:solidFill>
                  <a:srgbClr val="FFFFFF"/>
                </a:solidFill>
                <a:latin typeface="Verdana"/>
                <a:cs typeface="Verdana"/>
              </a:rPr>
              <a:t>ignore</a:t>
            </a:r>
            <a:r>
              <a:rPr dirty="0" sz="2800" spc="-65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dirty="0" sz="28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80">
                <a:solidFill>
                  <a:srgbClr val="FFFFFF"/>
                </a:solidFill>
                <a:latin typeface="Verdana"/>
                <a:cs typeface="Verdana"/>
              </a:rPr>
              <a:t>padahal </a:t>
            </a:r>
            <a:r>
              <a:rPr dirty="0" sz="2800" spc="-60">
                <a:solidFill>
                  <a:srgbClr val="FFFFFF"/>
                </a:solidFill>
                <a:latin typeface="Verdana"/>
                <a:cs typeface="Verdana"/>
              </a:rPr>
              <a:t>maksudnya</a:t>
            </a:r>
            <a:r>
              <a:rPr dirty="0" sz="280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90">
                <a:solidFill>
                  <a:srgbClr val="FFFFFF"/>
                </a:solidFill>
                <a:latin typeface="Verdana"/>
                <a:cs typeface="Verdana"/>
              </a:rPr>
              <a:t>adalah</a:t>
            </a:r>
            <a:r>
              <a:rPr dirty="0" sz="28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60" i="1">
                <a:solidFill>
                  <a:srgbClr val="FFFFFF"/>
                </a:solidFill>
                <a:latin typeface="Verdana"/>
                <a:cs typeface="Verdana"/>
              </a:rPr>
              <a:t>withholding</a:t>
            </a:r>
            <a:r>
              <a:rPr dirty="0" sz="2800" spc="-18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10" i="1">
                <a:solidFill>
                  <a:srgbClr val="FFFFFF"/>
                </a:solidFill>
                <a:latin typeface="Verdana"/>
                <a:cs typeface="Verdana"/>
              </a:rPr>
              <a:t>comment </a:t>
            </a:r>
            <a:r>
              <a:rPr dirty="0" sz="2800" spc="-145" i="1">
                <a:solidFill>
                  <a:srgbClr val="FFFFFF"/>
                </a:solidFill>
                <a:latin typeface="Verdana"/>
                <a:cs typeface="Verdana"/>
              </a:rPr>
              <a:t>until</a:t>
            </a:r>
            <a:r>
              <a:rPr dirty="0" sz="2800" spc="-20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15" i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-18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20" i="1">
                <a:solidFill>
                  <a:srgbClr val="FFFFFF"/>
                </a:solidFill>
                <a:latin typeface="Verdana"/>
                <a:cs typeface="Verdana"/>
              </a:rPr>
              <a:t>decision</a:t>
            </a:r>
            <a:r>
              <a:rPr dirty="0" sz="2800" spc="-19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95" i="1">
                <a:solidFill>
                  <a:srgbClr val="FFFFFF"/>
                </a:solidFill>
                <a:latin typeface="Verdana"/>
                <a:cs typeface="Verdana"/>
              </a:rPr>
              <a:t>has</a:t>
            </a:r>
            <a:r>
              <a:rPr dirty="0" sz="2800" spc="-17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85" i="1">
                <a:solidFill>
                  <a:srgbClr val="FFFFFF"/>
                </a:solidFill>
                <a:latin typeface="Verdana"/>
                <a:cs typeface="Verdana"/>
              </a:rPr>
              <a:t>been</a:t>
            </a:r>
            <a:r>
              <a:rPr dirty="0" sz="2800" spc="-15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10" i="1">
                <a:solidFill>
                  <a:srgbClr val="FFFFFF"/>
                </a:solidFill>
                <a:latin typeface="Verdana"/>
                <a:cs typeface="Verdana"/>
              </a:rPr>
              <a:t>made</a:t>
            </a:r>
            <a:r>
              <a:rPr dirty="0" sz="2800" spc="-1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98830"/>
            <a:ext cx="771969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50" b="0">
                <a:solidFill>
                  <a:srgbClr val="EBEBEB"/>
                </a:solidFill>
                <a:latin typeface="Verdana"/>
                <a:cs typeface="Verdana"/>
              </a:rPr>
              <a:t>Hambatan</a:t>
            </a:r>
            <a:r>
              <a:rPr dirty="0" sz="4200" spc="-280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4200" spc="75" b="0">
                <a:solidFill>
                  <a:srgbClr val="EBEBEB"/>
                </a:solidFill>
                <a:latin typeface="Verdana"/>
                <a:cs typeface="Verdana"/>
              </a:rPr>
              <a:t>dalam</a:t>
            </a:r>
            <a:r>
              <a:rPr dirty="0" sz="4200" spc="-280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4200" spc="-160" b="0">
                <a:solidFill>
                  <a:srgbClr val="EBEBEB"/>
                </a:solidFill>
                <a:latin typeface="Verdana"/>
                <a:cs typeface="Verdana"/>
              </a:rPr>
              <a:t>Komunikasi</a:t>
            </a:r>
            <a:endParaRPr sz="42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196695"/>
            <a:ext cx="7428230" cy="318071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855"/>
              </a:spcBef>
              <a:buAutoNum type="arabicPeriod"/>
              <a:tabLst>
                <a:tab pos="292100" algn="l"/>
              </a:tabLst>
            </a:pPr>
            <a:r>
              <a:rPr dirty="0" sz="2000" spc="55">
                <a:solidFill>
                  <a:srgbClr val="FFFFFF"/>
                </a:solidFill>
                <a:latin typeface="Verdana"/>
                <a:cs typeface="Verdana"/>
              </a:rPr>
              <a:t>Gangguan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622300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60">
                <a:solidFill>
                  <a:srgbClr val="FFFFFF"/>
                </a:solidFill>
                <a:latin typeface="Verdana"/>
                <a:cs typeface="Verdana"/>
              </a:rPr>
              <a:t>Gangguan</a:t>
            </a:r>
            <a:r>
              <a:rPr dirty="0" sz="20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Verdana"/>
                <a:cs typeface="Verdana"/>
              </a:rPr>
              <a:t>mekanik</a:t>
            </a:r>
            <a:r>
              <a:rPr dirty="0" sz="20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i="1">
                <a:solidFill>
                  <a:srgbClr val="FFFFFF"/>
                </a:solidFill>
                <a:latin typeface="Verdana"/>
                <a:cs typeface="Verdana"/>
              </a:rPr>
              <a:t>(mechanical,</a:t>
            </a:r>
            <a:r>
              <a:rPr dirty="0" sz="2000" spc="-9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i="1">
                <a:solidFill>
                  <a:srgbClr val="FFFFFF"/>
                </a:solidFill>
                <a:latin typeface="Verdana"/>
                <a:cs typeface="Verdana"/>
              </a:rPr>
              <a:t>channel</a:t>
            </a:r>
            <a:r>
              <a:rPr dirty="0" sz="2000" spc="-5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 i="1">
                <a:solidFill>
                  <a:srgbClr val="FFFFFF"/>
                </a:solidFill>
                <a:latin typeface="Verdana"/>
                <a:cs typeface="Verdana"/>
              </a:rPr>
              <a:t>noise)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622300" algn="l"/>
              </a:tabLst>
            </a:pPr>
            <a:r>
              <a:rPr dirty="0" sz="1600" spc="7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6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2000" spc="60">
                <a:solidFill>
                  <a:srgbClr val="FFFFFF"/>
                </a:solidFill>
                <a:latin typeface="Verdana"/>
                <a:cs typeface="Verdana"/>
              </a:rPr>
              <a:t>Gangguan</a:t>
            </a:r>
            <a:r>
              <a:rPr dirty="0" sz="20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75">
                <a:solidFill>
                  <a:srgbClr val="FFFFFF"/>
                </a:solidFill>
                <a:latin typeface="Verdana"/>
                <a:cs typeface="Verdana"/>
              </a:rPr>
              <a:t>semantik</a:t>
            </a:r>
            <a:r>
              <a:rPr dirty="0" sz="20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40" i="1">
                <a:solidFill>
                  <a:srgbClr val="FFFFFF"/>
                </a:solidFill>
                <a:latin typeface="Verdana"/>
                <a:cs typeface="Verdana"/>
              </a:rPr>
              <a:t>(semantic</a:t>
            </a:r>
            <a:r>
              <a:rPr dirty="0" sz="2000" spc="-1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 i="1">
                <a:solidFill>
                  <a:srgbClr val="FFFFFF"/>
                </a:solidFill>
                <a:latin typeface="Verdana"/>
                <a:cs typeface="Verdana"/>
              </a:rPr>
              <a:t>noise)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790"/>
              </a:spcBef>
              <a:tabLst>
                <a:tab pos="1003300" algn="l"/>
              </a:tabLst>
            </a:pPr>
            <a:r>
              <a:rPr dirty="0" sz="1450" spc="6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80">
                <a:solidFill>
                  <a:srgbClr val="FFFFFF"/>
                </a:solidFill>
                <a:latin typeface="Verdana"/>
                <a:cs typeface="Verdana"/>
              </a:rPr>
              <a:t>Semantik</a:t>
            </a:r>
            <a:r>
              <a:rPr dirty="0" sz="18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32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dirty="0" sz="18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pengetahuan</a:t>
            </a:r>
            <a:r>
              <a:rPr dirty="0" sz="1800" spc="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mengenai</a:t>
            </a: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 pengertian</a:t>
            </a:r>
            <a:r>
              <a:rPr dirty="0" sz="18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Verdana"/>
                <a:cs typeface="Verdana"/>
              </a:rPr>
              <a:t>kata-</a:t>
            </a:r>
            <a:r>
              <a:rPr dirty="0" sz="1800" spc="-20">
                <a:solidFill>
                  <a:srgbClr val="FFFFFF"/>
                </a:solidFill>
                <a:latin typeface="Verdana"/>
                <a:cs typeface="Verdana"/>
              </a:rPr>
              <a:t>kata</a:t>
            </a:r>
            <a:endParaRPr sz="1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780"/>
              </a:spcBef>
              <a:tabLst>
                <a:tab pos="1003300" algn="l"/>
              </a:tabLst>
            </a:pPr>
            <a:r>
              <a:rPr dirty="0" sz="1450" spc="65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Makna</a:t>
            </a:r>
            <a:r>
              <a:rPr dirty="0" sz="18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Verdana"/>
                <a:cs typeface="Verdana"/>
              </a:rPr>
              <a:t>denotatif,</a:t>
            </a:r>
            <a:r>
              <a:rPr dirty="0" sz="18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makna</a:t>
            </a:r>
            <a:r>
              <a:rPr dirty="0" sz="18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konotatif</a:t>
            </a:r>
            <a:endParaRPr sz="1800">
              <a:latin typeface="Verdana"/>
              <a:cs typeface="Verdana"/>
            </a:endParaRPr>
          </a:p>
          <a:p>
            <a:pPr marL="292100" indent="-279400">
              <a:lnSpc>
                <a:spcPct val="100000"/>
              </a:lnSpc>
              <a:spcBef>
                <a:spcPts val="760"/>
              </a:spcBef>
              <a:buAutoNum type="arabicPeriod" startAt="2"/>
              <a:tabLst>
                <a:tab pos="292100" algn="l"/>
              </a:tabLst>
            </a:pP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Kepentingan</a:t>
            </a:r>
            <a:r>
              <a:rPr dirty="0" sz="20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 i="1">
                <a:solidFill>
                  <a:srgbClr val="FFFFFF"/>
                </a:solidFill>
                <a:latin typeface="Verdana"/>
                <a:cs typeface="Verdana"/>
              </a:rPr>
              <a:t>(interest)</a:t>
            </a:r>
            <a:endParaRPr sz="2000">
              <a:latin typeface="Verdana"/>
              <a:cs typeface="Verdana"/>
            </a:endParaRPr>
          </a:p>
          <a:p>
            <a:pPr marL="292100" indent="-279400">
              <a:lnSpc>
                <a:spcPct val="100000"/>
              </a:lnSpc>
              <a:spcBef>
                <a:spcPts val="755"/>
              </a:spcBef>
              <a:buAutoNum type="arabicPeriod" startAt="2"/>
              <a:tabLst>
                <a:tab pos="292100" algn="l"/>
              </a:tabLst>
            </a:pP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Motivasi</a:t>
            </a:r>
            <a:endParaRPr sz="2000">
              <a:latin typeface="Verdana"/>
              <a:cs typeface="Verdana"/>
            </a:endParaRPr>
          </a:p>
          <a:p>
            <a:pPr marL="292100" indent="-279400">
              <a:lnSpc>
                <a:spcPct val="100000"/>
              </a:lnSpc>
              <a:spcBef>
                <a:spcPts val="760"/>
              </a:spcBef>
              <a:buAutoNum type="arabicPeriod" startAt="2"/>
              <a:tabLst>
                <a:tab pos="292100" algn="l"/>
              </a:tabLst>
            </a:pP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Prasangka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067" y="474980"/>
            <a:ext cx="4259580" cy="11849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800" b="0">
                <a:solidFill>
                  <a:srgbClr val="EBEBEB"/>
                </a:solidFill>
                <a:latin typeface="Verdana"/>
                <a:cs typeface="Verdana"/>
              </a:rPr>
              <a:t>Hambatan</a:t>
            </a:r>
            <a:r>
              <a:rPr dirty="0" sz="3800" spc="30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3800" spc="60" b="0">
                <a:solidFill>
                  <a:srgbClr val="EBEBEB"/>
                </a:solidFill>
                <a:latin typeface="Verdana"/>
                <a:cs typeface="Verdana"/>
              </a:rPr>
              <a:t>dalam </a:t>
            </a:r>
            <a:r>
              <a:rPr dirty="0" sz="3800" spc="-170" b="0">
                <a:solidFill>
                  <a:srgbClr val="EBEBEB"/>
                </a:solidFill>
                <a:latin typeface="Verdana"/>
                <a:cs typeface="Verdana"/>
              </a:rPr>
              <a:t>Komunikasi</a:t>
            </a:r>
            <a:r>
              <a:rPr dirty="0" sz="3800" spc="-275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3800" spc="-365" b="0">
                <a:solidFill>
                  <a:srgbClr val="EBEBEB"/>
                </a:solidFill>
                <a:latin typeface="Verdana"/>
                <a:cs typeface="Verdana"/>
              </a:rPr>
              <a:t>(2)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5967" y="2080006"/>
            <a:ext cx="6550025" cy="2846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22300" marR="5080" indent="-610235">
              <a:lnSpc>
                <a:spcPct val="100000"/>
              </a:lnSpc>
              <a:spcBef>
                <a:spcPts val="105"/>
              </a:spcBef>
              <a:buClr>
                <a:srgbClr val="89D0D5"/>
              </a:buClr>
              <a:buSzPct val="80000"/>
              <a:buAutoNum type="arabicPeriod"/>
              <a:tabLst>
                <a:tab pos="622300" algn="l"/>
              </a:tabLst>
            </a:pPr>
            <a:r>
              <a:rPr dirty="0" sz="2000" spc="-95">
                <a:solidFill>
                  <a:srgbClr val="FFFFFF"/>
                </a:solidFill>
                <a:latin typeface="Verdana"/>
                <a:cs typeface="Verdana"/>
              </a:rPr>
              <a:t>Sumber</a:t>
            </a:r>
            <a:r>
              <a:rPr dirty="0" sz="20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hambatan</a:t>
            </a:r>
            <a:r>
              <a:rPr dirty="0" sz="20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Verdana"/>
                <a:cs typeface="Verdana"/>
              </a:rPr>
              <a:t>bersifat </a:t>
            </a:r>
            <a:r>
              <a:rPr dirty="0" sz="2000" spc="-40">
                <a:solidFill>
                  <a:srgbClr val="FFFFFF"/>
                </a:solidFill>
                <a:latin typeface="Verdana"/>
                <a:cs typeface="Verdana"/>
              </a:rPr>
              <a:t>emosional</a:t>
            </a:r>
            <a:r>
              <a:rPr dirty="0" sz="20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20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0">
                <a:solidFill>
                  <a:srgbClr val="FFFFFF"/>
                </a:solidFill>
                <a:latin typeface="Verdana"/>
                <a:cs typeface="Verdana"/>
              </a:rPr>
              <a:t>sosial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atau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 kultural</a:t>
            </a:r>
            <a:endParaRPr sz="2000">
              <a:latin typeface="Verdana"/>
              <a:cs typeface="Verdana"/>
            </a:endParaRPr>
          </a:p>
          <a:p>
            <a:pPr marL="621665" indent="-608965">
              <a:lnSpc>
                <a:spcPct val="100000"/>
              </a:lnSpc>
              <a:spcBef>
                <a:spcPts val="995"/>
              </a:spcBef>
              <a:buClr>
                <a:srgbClr val="89D0D5"/>
              </a:buClr>
              <a:buSzPct val="80000"/>
              <a:buAutoNum type="arabicPeriod"/>
              <a:tabLst>
                <a:tab pos="621665" algn="l"/>
              </a:tabLst>
            </a:pPr>
            <a:r>
              <a:rPr dirty="0" sz="2000" spc="-55">
                <a:solidFill>
                  <a:srgbClr val="FFFFFF"/>
                </a:solidFill>
                <a:latin typeface="Verdana"/>
                <a:cs typeface="Verdana"/>
              </a:rPr>
              <a:t>Sadar/tdk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Verdana"/>
                <a:cs typeface="Verdana"/>
              </a:rPr>
              <a:t>memberikan</a:t>
            </a:r>
            <a:r>
              <a:rPr dirty="0" sz="20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penilaian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endParaRPr sz="2000">
              <a:latin typeface="Verdana"/>
              <a:cs typeface="Verdana"/>
            </a:endParaRPr>
          </a:p>
          <a:p>
            <a:pPr marL="622300">
              <a:lnSpc>
                <a:spcPct val="100000"/>
              </a:lnSpc>
            </a:pPr>
            <a:r>
              <a:rPr dirty="0" sz="2000" spc="-45">
                <a:solidFill>
                  <a:srgbClr val="FFFFFF"/>
                </a:solidFill>
                <a:latin typeface="Verdana"/>
                <a:cs typeface="Verdana"/>
              </a:rPr>
              <a:t>menghakimi</a:t>
            </a:r>
            <a:r>
              <a:rPr dirty="0" sz="20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pembicara</a:t>
            </a:r>
            <a:endParaRPr sz="2000">
              <a:latin typeface="Verdana"/>
              <a:cs typeface="Verdana"/>
            </a:endParaRPr>
          </a:p>
          <a:p>
            <a:pPr marL="622300" marR="592455" indent="-610235">
              <a:lnSpc>
                <a:spcPct val="100000"/>
              </a:lnSpc>
              <a:spcBef>
                <a:spcPts val="1010"/>
              </a:spcBef>
              <a:buClr>
                <a:srgbClr val="89D0D5"/>
              </a:buClr>
              <a:buSzPct val="80000"/>
              <a:buAutoNum type="arabicPeriod" startAt="3"/>
              <a:tabLst>
                <a:tab pos="622300" algn="l"/>
              </a:tabLst>
            </a:pPr>
            <a:r>
              <a:rPr dirty="0" sz="2000" spc="85">
                <a:solidFill>
                  <a:srgbClr val="FFFFFF"/>
                </a:solidFill>
                <a:latin typeface="Verdana"/>
                <a:cs typeface="Verdana"/>
              </a:rPr>
              <a:t>Gagal</a:t>
            </a:r>
            <a:r>
              <a:rPr dirty="0" sz="20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menangkap</a:t>
            </a:r>
            <a:r>
              <a:rPr dirty="0" sz="20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Verdana"/>
                <a:cs typeface="Verdana"/>
              </a:rPr>
              <a:t>maksud</a:t>
            </a:r>
            <a:r>
              <a:rPr dirty="0" sz="20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45">
                <a:solidFill>
                  <a:srgbClr val="FFFFFF"/>
                </a:solidFill>
                <a:latin typeface="Verdana"/>
                <a:cs typeface="Verdana"/>
              </a:rPr>
              <a:t>konotatif</a:t>
            </a:r>
            <a:r>
              <a:rPr dirty="0" sz="20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suatu perkataan</a:t>
            </a:r>
            <a:endParaRPr sz="2000">
              <a:latin typeface="Verdana"/>
              <a:cs typeface="Verdana"/>
            </a:endParaRPr>
          </a:p>
          <a:p>
            <a:pPr marL="621665" indent="-608965">
              <a:lnSpc>
                <a:spcPct val="100000"/>
              </a:lnSpc>
              <a:spcBef>
                <a:spcPts val="994"/>
              </a:spcBef>
              <a:buClr>
                <a:srgbClr val="89D0D5"/>
              </a:buClr>
              <a:buSzPct val="80000"/>
              <a:buAutoNum type="arabicPeriod" startAt="3"/>
              <a:tabLst>
                <a:tab pos="621665" algn="l"/>
              </a:tabLst>
            </a:pP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Kesalahpahaman</a:t>
            </a:r>
            <a:r>
              <a:rPr dirty="0" sz="20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atau</a:t>
            </a:r>
            <a:r>
              <a:rPr dirty="0" sz="20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30">
                <a:solidFill>
                  <a:srgbClr val="FFFFFF"/>
                </a:solidFill>
                <a:latin typeface="Verdana"/>
                <a:cs typeface="Verdana"/>
              </a:rPr>
              <a:t>distorsi</a:t>
            </a:r>
            <a:r>
              <a:rPr dirty="0" sz="20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Verdana"/>
                <a:cs typeface="Verdana"/>
              </a:rPr>
              <a:t>karena</a:t>
            </a:r>
            <a:r>
              <a:rPr dirty="0" sz="20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tidak</a:t>
            </a:r>
            <a:endParaRPr sz="2000">
              <a:latin typeface="Verdana"/>
              <a:cs typeface="Verdana"/>
            </a:endParaRPr>
          </a:p>
          <a:p>
            <a:pPr marL="622300">
              <a:lnSpc>
                <a:spcPct val="100000"/>
              </a:lnSpc>
            </a:pPr>
            <a:r>
              <a:rPr dirty="0" sz="2000" spc="-65">
                <a:solidFill>
                  <a:srgbClr val="FFFFFF"/>
                </a:solidFill>
                <a:latin typeface="Verdana"/>
                <a:cs typeface="Verdana"/>
              </a:rPr>
              <a:t>saling</a:t>
            </a:r>
            <a:r>
              <a:rPr dirty="0" sz="20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mempercayai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067" y="476503"/>
            <a:ext cx="242697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165">
                <a:solidFill>
                  <a:srgbClr val="EBEBEB"/>
                </a:solidFill>
              </a:rPr>
              <a:t>KENDALA</a:t>
            </a:r>
            <a:endParaRPr sz="4200"/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349400"/>
            <a:ext cx="7751445" cy="454977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Secara</a:t>
            </a:r>
            <a:r>
              <a:rPr dirty="0" sz="19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Verdana"/>
                <a:cs typeface="Verdana"/>
              </a:rPr>
              <a:t>Personal: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dirty="0" sz="1500" spc="250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 spc="-130">
                <a:solidFill>
                  <a:srgbClr val="FFFFFF"/>
                </a:solidFill>
                <a:latin typeface="Verdana"/>
                <a:cs typeface="Verdana"/>
              </a:rPr>
              <a:t>Takut</a:t>
            </a:r>
            <a:r>
              <a:rPr dirty="0" sz="19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Verdana"/>
                <a:cs typeface="Verdana"/>
              </a:rPr>
              <a:t>berkomunikasi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  <a:tabLst>
                <a:tab pos="354965" algn="l"/>
              </a:tabLst>
            </a:pPr>
            <a:r>
              <a:rPr dirty="0" sz="1500" spc="250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Merasa</a:t>
            </a:r>
            <a:r>
              <a:rPr dirty="0" sz="19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40">
                <a:solidFill>
                  <a:srgbClr val="FFFFFF"/>
                </a:solidFill>
                <a:latin typeface="Verdana"/>
                <a:cs typeface="Verdana"/>
              </a:rPr>
              <a:t>tidak</a:t>
            </a:r>
            <a:r>
              <a:rPr dirty="0" sz="19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Verdana"/>
                <a:cs typeface="Verdana"/>
              </a:rPr>
              <a:t>perlu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354965" algn="l"/>
              </a:tabLst>
            </a:pPr>
            <a:r>
              <a:rPr dirty="0" sz="1500" spc="250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Merasa</a:t>
            </a:r>
            <a:r>
              <a:rPr dirty="0" sz="19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40">
                <a:solidFill>
                  <a:srgbClr val="FFFFFF"/>
                </a:solidFill>
                <a:latin typeface="Verdana"/>
                <a:cs typeface="Verdana"/>
              </a:rPr>
              <a:t>tidak</a:t>
            </a:r>
            <a:r>
              <a:rPr dirty="0" sz="19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45">
                <a:solidFill>
                  <a:srgbClr val="FFFFFF"/>
                </a:solidFill>
                <a:latin typeface="Verdana"/>
                <a:cs typeface="Verdana"/>
              </a:rPr>
              <a:t>percaya</a:t>
            </a:r>
            <a:r>
              <a:rPr dirty="0" sz="19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Verdana"/>
                <a:cs typeface="Verdana"/>
              </a:rPr>
              <a:t>diri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dirty="0" sz="1500" spc="250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Merasa</a:t>
            </a:r>
            <a:r>
              <a:rPr dirty="0" sz="19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Verdana"/>
                <a:cs typeface="Verdana"/>
              </a:rPr>
              <a:t>sudah</a:t>
            </a:r>
            <a:r>
              <a:rPr dirty="0" sz="19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80">
                <a:solidFill>
                  <a:srgbClr val="FFFFFF"/>
                </a:solidFill>
                <a:latin typeface="Verdana"/>
                <a:cs typeface="Verdana"/>
              </a:rPr>
              <a:t>berkomunikasi</a:t>
            </a:r>
            <a:r>
              <a:rPr dirty="0" sz="19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50">
                <a:solidFill>
                  <a:srgbClr val="FFFFFF"/>
                </a:solidFill>
                <a:latin typeface="Verdana"/>
                <a:cs typeface="Verdana"/>
              </a:rPr>
              <a:t>dengan</a:t>
            </a:r>
            <a:r>
              <a:rPr dirty="0" sz="19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Verdana"/>
                <a:cs typeface="Verdana"/>
              </a:rPr>
              <a:t>baik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dirty="0" sz="1500" spc="250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 spc="-25">
                <a:solidFill>
                  <a:srgbClr val="FFFFFF"/>
                </a:solidFill>
                <a:latin typeface="Verdana"/>
                <a:cs typeface="Verdana"/>
              </a:rPr>
              <a:t>Kesalahan</a:t>
            </a:r>
            <a:r>
              <a:rPr dirty="0" sz="1900" spc="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Verdana"/>
                <a:cs typeface="Verdana"/>
              </a:rPr>
              <a:t>membuka</a:t>
            </a:r>
            <a:r>
              <a:rPr dirty="0" sz="19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pembicaraan </a:t>
            </a:r>
            <a:r>
              <a:rPr dirty="0" sz="1900" spc="-50">
                <a:solidFill>
                  <a:srgbClr val="FFFFFF"/>
                </a:solidFill>
                <a:latin typeface="Verdana"/>
                <a:cs typeface="Verdana"/>
              </a:rPr>
              <a:t>“</a:t>
            </a:r>
            <a:r>
              <a:rPr dirty="0" sz="1900" spc="-50" i="1">
                <a:solidFill>
                  <a:srgbClr val="FFFFFF"/>
                </a:solidFill>
                <a:latin typeface="Verdana"/>
                <a:cs typeface="Verdana"/>
              </a:rPr>
              <a:t>stupid</a:t>
            </a:r>
            <a:r>
              <a:rPr dirty="0" sz="1900" spc="-3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Verdana"/>
                <a:cs typeface="Verdana"/>
              </a:rPr>
              <a:t>question”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Secara</a:t>
            </a:r>
            <a:r>
              <a:rPr dirty="0" sz="19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45">
                <a:solidFill>
                  <a:srgbClr val="FFFFFF"/>
                </a:solidFill>
                <a:latin typeface="Verdana"/>
                <a:cs typeface="Verdana"/>
              </a:rPr>
              <a:t>Komunal</a:t>
            </a:r>
            <a:r>
              <a:rPr dirty="0" sz="19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Verdana"/>
                <a:cs typeface="Verdana"/>
              </a:rPr>
              <a:t>di</a:t>
            </a:r>
            <a:r>
              <a:rPr dirty="0" sz="19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65">
                <a:solidFill>
                  <a:srgbClr val="FFFFFF"/>
                </a:solidFill>
                <a:latin typeface="Verdana"/>
                <a:cs typeface="Verdana"/>
              </a:rPr>
              <a:t>lingkup</a:t>
            </a:r>
            <a:r>
              <a:rPr dirty="0" sz="19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320">
                <a:solidFill>
                  <a:srgbClr val="FFFFFF"/>
                </a:solidFill>
                <a:latin typeface="Verdana"/>
                <a:cs typeface="Verdana"/>
              </a:rPr>
              <a:t>RS: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dirty="0" sz="1500" spc="250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orang</a:t>
            </a:r>
            <a:r>
              <a:rPr dirty="0" sz="19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19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55">
                <a:solidFill>
                  <a:srgbClr val="FFFFFF"/>
                </a:solidFill>
                <a:latin typeface="Verdana"/>
                <a:cs typeface="Verdana"/>
              </a:rPr>
              <a:t>terlibat</a:t>
            </a:r>
            <a:r>
              <a:rPr dirty="0" sz="19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Verdana"/>
                <a:cs typeface="Verdana"/>
              </a:rPr>
              <a:t>sangat</a:t>
            </a:r>
            <a:r>
              <a:rPr dirty="0" sz="19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banyak</a:t>
            </a:r>
            <a:r>
              <a:rPr dirty="0" sz="19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70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19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Verdana"/>
                <a:cs typeface="Verdana"/>
              </a:rPr>
              <a:t>beragam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354965" algn="l"/>
              </a:tabLst>
            </a:pPr>
            <a:r>
              <a:rPr dirty="0" sz="1500" spc="250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 spc="-85">
                <a:solidFill>
                  <a:srgbClr val="FFFFFF"/>
                </a:solidFill>
                <a:latin typeface="Verdana"/>
                <a:cs typeface="Verdana"/>
              </a:rPr>
              <a:t>informasi</a:t>
            </a:r>
            <a:r>
              <a:rPr dirty="0" sz="19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19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35">
                <a:solidFill>
                  <a:srgbClr val="FFFFFF"/>
                </a:solidFill>
                <a:latin typeface="Verdana"/>
                <a:cs typeface="Verdana"/>
              </a:rPr>
              <a:t>dibutuhkan</a:t>
            </a:r>
            <a:r>
              <a:rPr dirty="0" sz="19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Verdana"/>
                <a:cs typeface="Verdana"/>
              </a:rPr>
              <a:t>sangat</a:t>
            </a:r>
            <a:r>
              <a:rPr dirty="0" sz="19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banyak</a:t>
            </a:r>
            <a:r>
              <a:rPr dirty="0" sz="19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70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19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Verdana"/>
                <a:cs typeface="Verdana"/>
              </a:rPr>
              <a:t>beragam</a:t>
            </a:r>
            <a:endParaRPr sz="1900">
              <a:latin typeface="Verdana"/>
              <a:cs typeface="Verdana"/>
            </a:endParaRPr>
          </a:p>
          <a:p>
            <a:pPr marL="355600" marR="5080" indent="-342900">
              <a:lnSpc>
                <a:spcPts val="2050"/>
              </a:lnSpc>
              <a:spcBef>
                <a:spcPts val="1030"/>
              </a:spcBef>
              <a:tabLst>
                <a:tab pos="354965" algn="l"/>
              </a:tabLst>
            </a:pPr>
            <a:r>
              <a:rPr dirty="0" sz="1500" spc="250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50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 sz="1900" spc="-30">
                <a:solidFill>
                  <a:srgbClr val="FFFFFF"/>
                </a:solidFill>
                <a:latin typeface="Verdana"/>
                <a:cs typeface="Verdana"/>
              </a:rPr>
              <a:t>menyangkut</a:t>
            </a:r>
            <a:r>
              <a:rPr dirty="0" sz="19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50">
                <a:solidFill>
                  <a:srgbClr val="FFFFFF"/>
                </a:solidFill>
                <a:latin typeface="Verdana"/>
                <a:cs typeface="Verdana"/>
              </a:rPr>
              <a:t>dengan</a:t>
            </a:r>
            <a:r>
              <a:rPr dirty="0" sz="19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75">
                <a:solidFill>
                  <a:srgbClr val="FFFFFF"/>
                </a:solidFill>
                <a:latin typeface="Verdana"/>
                <a:cs typeface="Verdana"/>
              </a:rPr>
              <a:t>emosi</a:t>
            </a:r>
            <a:r>
              <a:rPr dirty="0" sz="19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Verdana"/>
                <a:cs typeface="Verdana"/>
              </a:rPr>
              <a:t>pasien/keluarga</a:t>
            </a:r>
            <a:r>
              <a:rPr dirty="0" sz="19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45">
                <a:solidFill>
                  <a:srgbClr val="FFFFFF"/>
                </a:solidFill>
                <a:latin typeface="Verdana"/>
                <a:cs typeface="Verdana"/>
              </a:rPr>
              <a:t>pasien,</a:t>
            </a:r>
            <a:r>
              <a:rPr dirty="0" sz="19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70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19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Verdana"/>
                <a:cs typeface="Verdana"/>
              </a:rPr>
              <a:t>antar 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petugas</a:t>
            </a:r>
            <a:r>
              <a:rPr dirty="0" sz="19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Verdana"/>
                <a:cs typeface="Verdana"/>
              </a:rPr>
              <a:t>kesehatan</a:t>
            </a:r>
            <a:r>
              <a:rPr dirty="0" sz="19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yang</a:t>
            </a:r>
            <a:r>
              <a:rPr dirty="0" sz="19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>
                <a:solidFill>
                  <a:srgbClr val="FFFFFF"/>
                </a:solidFill>
                <a:latin typeface="Verdana"/>
                <a:cs typeface="Verdana"/>
              </a:rPr>
              <a:t>cukup</a:t>
            </a:r>
            <a:r>
              <a:rPr dirty="0" sz="19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Verdana"/>
                <a:cs typeface="Verdana"/>
              </a:rPr>
              <a:t>tinggi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275">
                <a:solidFill>
                  <a:srgbClr val="EBEBEB"/>
                </a:solidFill>
              </a:rPr>
              <a:t>METODE</a:t>
            </a:r>
            <a:r>
              <a:rPr dirty="0" sz="4200" spc="-45">
                <a:solidFill>
                  <a:srgbClr val="EBEBEB"/>
                </a:solidFill>
              </a:rPr>
              <a:t> </a:t>
            </a:r>
            <a:r>
              <a:rPr dirty="0" sz="4200" spc="-300">
                <a:solidFill>
                  <a:srgbClr val="EBEBEB"/>
                </a:solidFill>
              </a:rPr>
              <a:t>KOMUNIKASI</a:t>
            </a:r>
            <a:endParaRPr sz="4200"/>
          </a:p>
        </p:txBody>
      </p:sp>
      <p:sp>
        <p:nvSpPr>
          <p:cNvPr id="3" name="object 3" descr=""/>
          <p:cNvSpPr txBox="1"/>
          <p:nvPr/>
        </p:nvSpPr>
        <p:spPr>
          <a:xfrm>
            <a:off x="905967" y="1986927"/>
            <a:ext cx="6553834" cy="345059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350" spc="-80" b="1">
                <a:solidFill>
                  <a:srgbClr val="FFFFFF"/>
                </a:solidFill>
                <a:latin typeface="Tahoma"/>
                <a:cs typeface="Tahoma"/>
              </a:rPr>
              <a:t>1.</a:t>
            </a:r>
            <a:r>
              <a:rPr dirty="0" sz="1350" spc="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FFFFFF"/>
                </a:solidFill>
                <a:latin typeface="Tahoma"/>
                <a:cs typeface="Tahoma"/>
              </a:rPr>
              <a:t>Metode</a:t>
            </a:r>
            <a:r>
              <a:rPr dirty="0" sz="1350" spc="-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114" b="1">
                <a:solidFill>
                  <a:srgbClr val="FFFFFF"/>
                </a:solidFill>
                <a:latin typeface="Tahoma"/>
                <a:cs typeface="Tahoma"/>
              </a:rPr>
              <a:t>TBaK:</a:t>
            </a:r>
            <a:r>
              <a:rPr dirty="0" sz="1350" spc="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114" b="1">
                <a:solidFill>
                  <a:srgbClr val="FFFFFF"/>
                </a:solidFill>
                <a:latin typeface="Tahoma"/>
                <a:cs typeface="Tahoma"/>
              </a:rPr>
              <a:t>Tulis,</a:t>
            </a:r>
            <a:r>
              <a:rPr dirty="0" sz="1350" spc="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FFFFFF"/>
                </a:solidFill>
                <a:latin typeface="Tahoma"/>
                <a:cs typeface="Tahoma"/>
              </a:rPr>
              <a:t>Bacakan</a:t>
            </a:r>
            <a:r>
              <a:rPr dirty="0" sz="1350" spc="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FFFFFF"/>
                </a:solidFill>
                <a:latin typeface="Tahoma"/>
                <a:cs typeface="Tahoma"/>
              </a:rPr>
              <a:t>dan</a:t>
            </a:r>
            <a:r>
              <a:rPr dirty="0" sz="1350" spc="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70" b="1">
                <a:solidFill>
                  <a:srgbClr val="FFFFFF"/>
                </a:solidFill>
                <a:latin typeface="Tahoma"/>
                <a:cs typeface="Tahoma"/>
              </a:rPr>
              <a:t>Konfirmasi</a:t>
            </a:r>
            <a:r>
              <a:rPr dirty="0" sz="1350" spc="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35" b="1">
                <a:solidFill>
                  <a:srgbClr val="FFFFFF"/>
                </a:solidFill>
                <a:latin typeface="Tahoma"/>
                <a:cs typeface="Tahoma"/>
              </a:rPr>
              <a:t>(Read-</a:t>
            </a:r>
            <a:r>
              <a:rPr dirty="0" sz="1350" spc="-10" b="1">
                <a:solidFill>
                  <a:srgbClr val="FFFFFF"/>
                </a:solidFill>
                <a:latin typeface="Tahoma"/>
                <a:cs typeface="Tahoma"/>
              </a:rPr>
              <a:t>Back)</a:t>
            </a:r>
            <a:endParaRPr sz="1350">
              <a:latin typeface="Tahoma"/>
              <a:cs typeface="Tahoma"/>
            </a:endParaRPr>
          </a:p>
          <a:p>
            <a:pPr marL="756285" marR="5080" indent="-287020">
              <a:lnSpc>
                <a:spcPct val="100000"/>
              </a:lnSpc>
              <a:spcBef>
                <a:spcPts val="990"/>
              </a:spcBef>
            </a:pPr>
            <a:r>
              <a:rPr dirty="0" sz="1450" spc="245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450" spc="5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dirty="0" sz="1800" spc="-190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1800" spc="-190">
                <a:solidFill>
                  <a:srgbClr val="FFFFFF"/>
                </a:solidFill>
                <a:latin typeface="Verdana"/>
                <a:cs typeface="Verdana"/>
              </a:rPr>
              <a:t>ulis</a:t>
            </a:r>
            <a:r>
              <a:rPr dirty="0" sz="18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60">
                <a:solidFill>
                  <a:srgbClr val="FFFFFF"/>
                </a:solidFill>
                <a:latin typeface="Verdana"/>
                <a:cs typeface="Verdana"/>
              </a:rPr>
              <a:t>instruksi</a:t>
            </a:r>
            <a:r>
              <a:rPr dirty="0" sz="18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ataupun</a:t>
            </a:r>
            <a:r>
              <a:rPr dirty="0" sz="18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Verdana"/>
                <a:cs typeface="Verdana"/>
              </a:rPr>
              <a:t>terapi</a:t>
            </a:r>
            <a:r>
              <a:rPr dirty="0" sz="18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18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65">
                <a:solidFill>
                  <a:srgbClr val="FFFFFF"/>
                </a:solidFill>
                <a:latin typeface="Verdana"/>
                <a:cs typeface="Verdana"/>
              </a:rPr>
              <a:t>jam</a:t>
            </a:r>
            <a:r>
              <a:rPr dirty="0" sz="18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diterimanya </a:t>
            </a:r>
            <a:r>
              <a:rPr dirty="0" sz="1800" spc="-90">
                <a:solidFill>
                  <a:srgbClr val="FFFFFF"/>
                </a:solidFill>
                <a:latin typeface="Verdana"/>
                <a:cs typeface="Verdana"/>
              </a:rPr>
              <a:t>informasi</a:t>
            </a:r>
            <a:r>
              <a:rPr dirty="0" sz="18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di</a:t>
            </a:r>
            <a:r>
              <a:rPr dirty="0" sz="18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45">
                <a:solidFill>
                  <a:srgbClr val="FFFFFF"/>
                </a:solidFill>
                <a:latin typeface="Verdana"/>
                <a:cs typeface="Verdana"/>
              </a:rPr>
              <a:t>catatan</a:t>
            </a:r>
            <a:r>
              <a:rPr dirty="0" sz="18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Verdana"/>
                <a:cs typeface="Verdana"/>
              </a:rPr>
              <a:t>terintegrasi</a:t>
            </a:r>
            <a:r>
              <a:rPr dirty="0" sz="18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65">
                <a:solidFill>
                  <a:srgbClr val="FFFFFF"/>
                </a:solidFill>
                <a:latin typeface="Verdana"/>
                <a:cs typeface="Verdana"/>
              </a:rPr>
              <a:t>berkas</a:t>
            </a:r>
            <a:r>
              <a:rPr dirty="0" sz="18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Verdana"/>
                <a:cs typeface="Verdana"/>
              </a:rPr>
              <a:t>rekam</a:t>
            </a:r>
            <a:r>
              <a:rPr dirty="0" sz="18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medis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oleh</a:t>
            </a:r>
            <a:r>
              <a:rPr dirty="0" sz="18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penerima</a:t>
            </a:r>
            <a:r>
              <a:rPr dirty="0" sz="18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informasi</a:t>
            </a:r>
            <a:endParaRPr sz="1800">
              <a:latin typeface="Verdana"/>
              <a:cs typeface="Verdana"/>
            </a:endParaRPr>
          </a:p>
          <a:p>
            <a:pPr marL="756285" marR="231140" indent="-287020">
              <a:lnSpc>
                <a:spcPct val="99700"/>
              </a:lnSpc>
              <a:spcBef>
                <a:spcPts val="1015"/>
              </a:spcBef>
            </a:pPr>
            <a:r>
              <a:rPr dirty="0" sz="1450" spc="245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450" spc="85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dirty="0" sz="1800" b="1">
                <a:solidFill>
                  <a:srgbClr val="FFFFFF"/>
                </a:solidFill>
                <a:latin typeface="Tahoma"/>
                <a:cs typeface="Tahoma"/>
              </a:rPr>
              <a:t>Ba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cakan</a:t>
            </a:r>
            <a:r>
              <a:rPr dirty="0" sz="18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Verdana"/>
                <a:cs typeface="Verdana"/>
              </a:rPr>
              <a:t>kembali</a:t>
            </a:r>
            <a:r>
              <a:rPr dirty="0" sz="18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nama</a:t>
            </a:r>
            <a:r>
              <a:rPr dirty="0" sz="18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18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tanggal</a:t>
            </a:r>
            <a:r>
              <a:rPr dirty="0" sz="18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Verdana"/>
                <a:cs typeface="Verdana"/>
              </a:rPr>
              <a:t>lahir</a:t>
            </a:r>
            <a:r>
              <a:rPr dirty="0" sz="18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pasien oleh</a:t>
            </a:r>
            <a:r>
              <a:rPr dirty="0" sz="18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petugas</a:t>
            </a:r>
            <a:r>
              <a:rPr dirty="0" sz="18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Verdana"/>
                <a:cs typeface="Verdana"/>
              </a:rPr>
              <a:t>kesehatan</a:t>
            </a:r>
            <a:r>
              <a:rPr dirty="0" sz="18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penerima</a:t>
            </a:r>
            <a:r>
              <a:rPr dirty="0" sz="18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Verdana"/>
                <a:cs typeface="Verdana"/>
              </a:rPr>
              <a:t>informasi</a:t>
            </a:r>
            <a:r>
              <a:rPr dirty="0" sz="18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Verdana"/>
                <a:cs typeface="Verdana"/>
              </a:rPr>
              <a:t>untuk </a:t>
            </a: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verifikasi</a:t>
            </a:r>
            <a:endParaRPr sz="1800">
              <a:latin typeface="Verdana"/>
              <a:cs typeface="Verdana"/>
            </a:endParaRPr>
          </a:p>
          <a:p>
            <a:pPr marL="756285" marR="10795" indent="-287020">
              <a:lnSpc>
                <a:spcPct val="100000"/>
              </a:lnSpc>
              <a:spcBef>
                <a:spcPts val="1010"/>
              </a:spcBef>
            </a:pPr>
            <a:r>
              <a:rPr dirty="0" sz="1450" spc="245">
                <a:solidFill>
                  <a:srgbClr val="89D0D5"/>
                </a:solidFill>
                <a:latin typeface="Lucida Sans Unicode"/>
                <a:cs typeface="Lucida Sans Unicode"/>
              </a:rPr>
              <a:t>🠶</a:t>
            </a:r>
            <a:r>
              <a:rPr dirty="0" sz="1450" spc="85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dirty="0" sz="1800" spc="-90" b="1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dirty="0" sz="1800" spc="-90">
                <a:solidFill>
                  <a:srgbClr val="FFFFFF"/>
                </a:solidFill>
                <a:latin typeface="Verdana"/>
                <a:cs typeface="Verdana"/>
              </a:rPr>
              <a:t>onfirmasi</a:t>
            </a:r>
            <a:r>
              <a:rPr dirty="0" sz="18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ulang</a:t>
            </a:r>
            <a:r>
              <a:rPr dirty="0" sz="18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kebenaran</a:t>
            </a:r>
            <a:r>
              <a:rPr dirty="0" sz="18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nama</a:t>
            </a:r>
            <a:r>
              <a:rPr dirty="0" sz="18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Verdana"/>
                <a:cs typeface="Verdana"/>
              </a:rPr>
              <a:t>dan</a:t>
            </a:r>
            <a:r>
              <a:rPr dirty="0" sz="18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tangga</a:t>
            </a:r>
            <a:r>
              <a:rPr dirty="0" sz="18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FFFFFF"/>
                </a:solidFill>
                <a:latin typeface="Verdana"/>
                <a:cs typeface="Verdana"/>
              </a:rPr>
              <a:t>lahir </a:t>
            </a:r>
            <a:r>
              <a:rPr dirty="0" sz="1800" spc="-80">
                <a:solidFill>
                  <a:srgbClr val="FFFFFF"/>
                </a:solidFill>
                <a:latin typeface="Verdana"/>
                <a:cs typeface="Verdana"/>
              </a:rPr>
              <a:t>serta </a:t>
            </a:r>
            <a:r>
              <a:rPr dirty="0" sz="1800" spc="-155">
                <a:solidFill>
                  <a:srgbClr val="FFFFFF"/>
                </a:solidFill>
                <a:latin typeface="Verdana"/>
                <a:cs typeface="Verdana"/>
              </a:rPr>
              <a:t>instruksi</a:t>
            </a:r>
            <a:r>
              <a:rPr dirty="0" sz="18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ataupun</a:t>
            </a:r>
            <a:r>
              <a:rPr dirty="0" sz="18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Verdana"/>
                <a:cs typeface="Verdana"/>
              </a:rPr>
              <a:t>terapi</a:t>
            </a:r>
            <a:r>
              <a:rPr dirty="0" sz="18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Verdana"/>
                <a:cs typeface="Verdana"/>
              </a:rPr>
              <a:t>pasien</a:t>
            </a:r>
            <a:r>
              <a:rPr dirty="0" sz="18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Verdana"/>
                <a:cs typeface="Verdana"/>
              </a:rPr>
              <a:t>yang </a:t>
            </a:r>
            <a:r>
              <a:rPr dirty="0" sz="1800" spc="50">
                <a:solidFill>
                  <a:srgbClr val="FFFFFF"/>
                </a:solidFill>
                <a:latin typeface="Verdana"/>
                <a:cs typeface="Verdana"/>
              </a:rPr>
              <a:t>dibacakan</a:t>
            </a:r>
            <a:r>
              <a:rPr dirty="0" sz="18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Verdana"/>
                <a:cs typeface="Verdana"/>
              </a:rPr>
              <a:t>kembali</a:t>
            </a:r>
            <a:r>
              <a:rPr dirty="0" sz="18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oleh</a:t>
            </a:r>
            <a:r>
              <a:rPr dirty="0" sz="18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FFFF"/>
                </a:solidFill>
                <a:latin typeface="Verdana"/>
                <a:cs typeface="Verdana"/>
              </a:rPr>
              <a:t>petugas</a:t>
            </a:r>
            <a:r>
              <a:rPr dirty="0" sz="18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kesehatan penerima</a:t>
            </a:r>
            <a:r>
              <a:rPr dirty="0" sz="18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Verdana"/>
                <a:cs typeface="Verdana"/>
              </a:rPr>
              <a:t>pesan.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5967" y="5940958"/>
            <a:ext cx="580898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80" b="1">
                <a:solidFill>
                  <a:srgbClr val="FFFFFF"/>
                </a:solidFill>
                <a:latin typeface="Tahoma"/>
                <a:cs typeface="Tahoma"/>
              </a:rPr>
              <a:t>2.</a:t>
            </a:r>
            <a:r>
              <a:rPr dirty="0" sz="1350" spc="-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FFFFFF"/>
                </a:solidFill>
                <a:latin typeface="Tahoma"/>
                <a:cs typeface="Tahoma"/>
              </a:rPr>
              <a:t>Metode</a:t>
            </a:r>
            <a:r>
              <a:rPr dirty="0" sz="1350" spc="-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110" b="1">
                <a:solidFill>
                  <a:srgbClr val="FFFFFF"/>
                </a:solidFill>
                <a:latin typeface="Tahoma"/>
                <a:cs typeface="Tahoma"/>
              </a:rPr>
              <a:t>SBAR:</a:t>
            </a:r>
            <a:r>
              <a:rPr dirty="0" sz="1350" spc="-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75" b="1">
                <a:solidFill>
                  <a:srgbClr val="FFFFFF"/>
                </a:solidFill>
                <a:latin typeface="Tahoma"/>
                <a:cs typeface="Tahoma"/>
              </a:rPr>
              <a:t>Situations,</a:t>
            </a:r>
            <a:r>
              <a:rPr dirty="0" sz="1350" spc="-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FFFFFF"/>
                </a:solidFill>
                <a:latin typeface="Tahoma"/>
                <a:cs typeface="Tahoma"/>
              </a:rPr>
              <a:t>Background,</a:t>
            </a:r>
            <a:r>
              <a:rPr dirty="0" sz="1350" spc="-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50" b="1">
                <a:solidFill>
                  <a:srgbClr val="FFFFFF"/>
                </a:solidFill>
                <a:latin typeface="Tahoma"/>
                <a:cs typeface="Tahoma"/>
              </a:rPr>
              <a:t>Assessment, </a:t>
            </a:r>
            <a:r>
              <a:rPr dirty="0" sz="1350" spc="-10" b="1">
                <a:solidFill>
                  <a:srgbClr val="FFFFFF"/>
                </a:solidFill>
                <a:latin typeface="Tahoma"/>
                <a:cs typeface="Tahoma"/>
              </a:rPr>
              <a:t>Recomendation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974" rIns="0" bIns="0" rtlCol="0" vert="horz">
            <a:spAutoFit/>
          </a:bodyPr>
          <a:lstStyle/>
          <a:p>
            <a:pPr marL="518795">
              <a:lnSpc>
                <a:spcPct val="100000"/>
              </a:lnSpc>
              <a:spcBef>
                <a:spcPts val="100"/>
              </a:spcBef>
            </a:pPr>
            <a:r>
              <a:rPr dirty="0" sz="3000" spc="-20">
                <a:solidFill>
                  <a:srgbClr val="EBEBEB"/>
                </a:solidFill>
              </a:rPr>
              <a:t>Contoh</a:t>
            </a:r>
            <a:r>
              <a:rPr dirty="0" sz="3000" spc="-165">
                <a:solidFill>
                  <a:srgbClr val="EBEBEB"/>
                </a:solidFill>
              </a:rPr>
              <a:t> </a:t>
            </a:r>
            <a:r>
              <a:rPr dirty="0" sz="3000">
                <a:solidFill>
                  <a:srgbClr val="EBEBEB"/>
                </a:solidFill>
              </a:rPr>
              <a:t>Metode</a:t>
            </a:r>
            <a:r>
              <a:rPr dirty="0" sz="3000" spc="-95">
                <a:solidFill>
                  <a:srgbClr val="EBEBEB"/>
                </a:solidFill>
              </a:rPr>
              <a:t> </a:t>
            </a:r>
            <a:r>
              <a:rPr dirty="0" sz="3000" spc="-260">
                <a:solidFill>
                  <a:srgbClr val="EBEBEB"/>
                </a:solidFill>
              </a:rPr>
              <a:t>TBaK</a:t>
            </a:r>
            <a:r>
              <a:rPr dirty="0" sz="3000" spc="-40">
                <a:solidFill>
                  <a:srgbClr val="EBEBEB"/>
                </a:solidFill>
              </a:rPr>
              <a:t> </a:t>
            </a:r>
            <a:r>
              <a:rPr dirty="0" sz="3000" spc="-35">
                <a:solidFill>
                  <a:srgbClr val="EBEBEB"/>
                </a:solidFill>
              </a:rPr>
              <a:t>(Read-</a:t>
            </a:r>
            <a:r>
              <a:rPr dirty="0" sz="3000" spc="-114">
                <a:solidFill>
                  <a:srgbClr val="EBEBEB"/>
                </a:solidFill>
              </a:rPr>
              <a:t> </a:t>
            </a:r>
            <a:r>
              <a:rPr dirty="0" sz="3000" spc="-10">
                <a:solidFill>
                  <a:srgbClr val="EBEBEB"/>
                </a:solidFill>
              </a:rPr>
              <a:t>Back):</a:t>
            </a:r>
            <a:endParaRPr sz="3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108" y="1524000"/>
            <a:ext cx="8287511" cy="444093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62430">
              <a:lnSpc>
                <a:spcPct val="100000"/>
              </a:lnSpc>
              <a:spcBef>
                <a:spcPts val="105"/>
              </a:spcBef>
            </a:pPr>
            <a:r>
              <a:rPr dirty="0"/>
              <a:t>Contoh</a:t>
            </a:r>
            <a:r>
              <a:rPr dirty="0" spc="-125"/>
              <a:t> </a:t>
            </a:r>
            <a:r>
              <a:rPr dirty="0"/>
              <a:t>Metode</a:t>
            </a:r>
            <a:r>
              <a:rPr dirty="0" spc="-135"/>
              <a:t> </a:t>
            </a:r>
            <a:r>
              <a:rPr dirty="0" spc="-295"/>
              <a:t>SBAR: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55650" y="1279525"/>
          <a:ext cx="7740650" cy="4921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6925"/>
                <a:gridCol w="6854190"/>
              </a:tblGrid>
              <a:tr h="1554480">
                <a:tc>
                  <a:txBody>
                    <a:bodyPr/>
                    <a:lstStyle/>
                    <a:p>
                      <a:pPr marL="97155">
                        <a:lnSpc>
                          <a:spcPts val="1985"/>
                        </a:lnSpc>
                      </a:pPr>
                      <a:r>
                        <a:rPr dirty="0" sz="1700" spc="-5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85"/>
                        </a:lnSpc>
                      </a:pPr>
                      <a:r>
                        <a:rPr dirty="0" sz="170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Situasi</a:t>
                      </a:r>
                      <a:r>
                        <a:rPr dirty="0" sz="1700" spc="-15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700" spc="-2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 b="1" i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Situation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7155" marR="3978910">
                        <a:lnSpc>
                          <a:spcPct val="100000"/>
                        </a:lnSpc>
                      </a:pP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Keadaan</a:t>
                      </a:r>
                      <a:r>
                        <a:rPr dirty="0" sz="1700" spc="-5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kita dan</a:t>
                      </a:r>
                      <a:r>
                        <a:rPr dirty="0" sz="1700" spc="-2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pasien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saat</a:t>
                      </a:r>
                      <a:r>
                        <a:rPr dirty="0" sz="1700" spc="-2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itu 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Contoh: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“Selamat</a:t>
                      </a:r>
                      <a:r>
                        <a:rPr dirty="0" sz="1700" spc="-5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pagi/sore/malam</a:t>
                      </a:r>
                      <a:r>
                        <a:rPr dirty="0" sz="1700" spc="-1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Eni</a:t>
                      </a:r>
                      <a:r>
                        <a:rPr dirty="0" sz="1700" spc="-2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dirty="0" sz="1700" spc="-3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ruang</a:t>
                      </a:r>
                      <a:r>
                        <a:rPr dirty="0" sz="1700" spc="-12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Aster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RS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Permata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Hati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37490">
                        <a:lnSpc>
                          <a:spcPct val="100000"/>
                        </a:lnSpc>
                        <a:tabLst>
                          <a:tab pos="1393825" algn="l"/>
                          <a:tab pos="2084070" algn="l"/>
                          <a:tab pos="2462530" algn="l"/>
                          <a:tab pos="3035300" algn="l"/>
                          <a:tab pos="3879850" algn="l"/>
                          <a:tab pos="4570730" algn="l"/>
                          <a:tab pos="5044440" algn="l"/>
                          <a:tab pos="5412105" algn="l"/>
                          <a:tab pos="5848985" algn="l"/>
                        </a:tabLst>
                      </a:pP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melaporkan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pasien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Tn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2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Adul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keadaan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pasien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2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saat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ini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ada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penurunan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ts val="1989"/>
                        </a:lnSpc>
                      </a:pP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kesadaran”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294765">
                <a:tc>
                  <a:txBody>
                    <a:bodyPr/>
                    <a:lstStyle/>
                    <a:p>
                      <a:pPr marL="97155">
                        <a:lnSpc>
                          <a:spcPts val="1989"/>
                        </a:lnSpc>
                      </a:pPr>
                      <a:r>
                        <a:rPr dirty="0" sz="1700" spc="-5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3238500">
                        <a:lnSpc>
                          <a:spcPts val="2039"/>
                        </a:lnSpc>
                        <a:spcBef>
                          <a:spcPts val="15"/>
                        </a:spcBef>
                      </a:pPr>
                      <a:r>
                        <a:rPr dirty="0" sz="170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Latar</a:t>
                      </a:r>
                      <a:r>
                        <a:rPr dirty="0" sz="1700" spc="-55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Belakang /</a:t>
                      </a:r>
                      <a:r>
                        <a:rPr dirty="0" sz="1700" spc="-5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dirty="0" sz="1700" spc="50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Riwayat</a:t>
                      </a:r>
                      <a:r>
                        <a:rPr dirty="0" sz="1700" spc="-3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penyakit</a:t>
                      </a:r>
                      <a:r>
                        <a:rPr dirty="0" sz="1700" spc="-1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pasien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yang</a:t>
                      </a:r>
                      <a:r>
                        <a:rPr dirty="0" sz="1700" spc="-1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signifikan Contoh: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7155" marR="86995">
                        <a:lnSpc>
                          <a:spcPts val="2039"/>
                        </a:lnSpc>
                      </a:pP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“pasien</a:t>
                      </a:r>
                      <a:r>
                        <a:rPr dirty="0" sz="1700" spc="15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3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CVA</a:t>
                      </a:r>
                      <a:r>
                        <a:rPr dirty="0" sz="1700" spc="7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perdarahan,</a:t>
                      </a:r>
                      <a:r>
                        <a:rPr dirty="0" sz="1700" spc="16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DM,</a:t>
                      </a:r>
                      <a:r>
                        <a:rPr dirty="0" sz="1700" spc="16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dan</a:t>
                      </a:r>
                      <a:r>
                        <a:rPr dirty="0" sz="1700" spc="15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Hypertensi.</a:t>
                      </a:r>
                      <a:r>
                        <a:rPr dirty="0" sz="1700" spc="15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GDS</a:t>
                      </a:r>
                      <a:r>
                        <a:rPr dirty="0" sz="1700" spc="16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400,</a:t>
                      </a:r>
                      <a:r>
                        <a:rPr dirty="0" sz="1700" spc="16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obat-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obatan</a:t>
                      </a:r>
                      <a:r>
                        <a:rPr dirty="0" sz="1700" spc="16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dari 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UGD....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036319">
                <a:tc>
                  <a:txBody>
                    <a:bodyPr/>
                    <a:lstStyle/>
                    <a:p>
                      <a:pPr marL="97155">
                        <a:lnSpc>
                          <a:spcPts val="1989"/>
                        </a:lnSpc>
                      </a:pPr>
                      <a:r>
                        <a:rPr dirty="0" sz="1700" spc="-5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89"/>
                        </a:lnSpc>
                      </a:pPr>
                      <a:r>
                        <a:rPr dirty="0" sz="170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Penilaian</a:t>
                      </a:r>
                      <a:r>
                        <a:rPr dirty="0" sz="1700" spc="-3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700" spc="-105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Assessment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7155" marR="1134745">
                        <a:lnSpc>
                          <a:spcPct val="100000"/>
                        </a:lnSpc>
                      </a:pP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Masalah</a:t>
                      </a:r>
                      <a:r>
                        <a:rPr dirty="0" sz="1700" spc="-3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yang</a:t>
                      </a:r>
                      <a:r>
                        <a:rPr dirty="0" sz="1700" spc="-4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kita</a:t>
                      </a:r>
                      <a:r>
                        <a:rPr dirty="0" sz="1700" spc="-1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dengar,</a:t>
                      </a:r>
                      <a:r>
                        <a:rPr dirty="0" sz="1700" spc="-5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dilihat, didengar</a:t>
                      </a:r>
                      <a:r>
                        <a:rPr dirty="0" sz="1700" spc="-4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dan</a:t>
                      </a:r>
                      <a:r>
                        <a:rPr dirty="0" sz="1700" spc="-3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diperiksa</a:t>
                      </a:r>
                      <a:r>
                        <a:rPr dirty="0" sz="1700" spc="-3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saat</a:t>
                      </a:r>
                      <a:r>
                        <a:rPr dirty="0" sz="1700" spc="-3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itu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Contoh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ts val="1989"/>
                        </a:lnSpc>
                      </a:pP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“GCS..,</a:t>
                      </a:r>
                      <a:r>
                        <a:rPr dirty="0" sz="1700" spc="-8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Tanda</a:t>
                      </a:r>
                      <a:r>
                        <a:rPr dirty="0" sz="1700" spc="-4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vital..,</a:t>
                      </a:r>
                      <a:r>
                        <a:rPr dirty="0" sz="1700" spc="-2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ada</a:t>
                      </a:r>
                      <a:r>
                        <a:rPr dirty="0" sz="1700" spc="-3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kelumpuhan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sisi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kiri</a:t>
                      </a:r>
                      <a:r>
                        <a:rPr dirty="0" sz="1700" spc="-2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dll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036319">
                <a:tc>
                  <a:txBody>
                    <a:bodyPr/>
                    <a:lstStyle/>
                    <a:p>
                      <a:pPr marL="97155">
                        <a:lnSpc>
                          <a:spcPts val="1989"/>
                        </a:lnSpc>
                      </a:pPr>
                      <a:r>
                        <a:rPr dirty="0" sz="1700" spc="-5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3712210">
                        <a:lnSpc>
                          <a:spcPts val="2039"/>
                        </a:lnSpc>
                        <a:spcBef>
                          <a:spcPts val="20"/>
                        </a:spcBef>
                      </a:pPr>
                      <a:r>
                        <a:rPr dirty="0" sz="170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Rekomendasi</a:t>
                      </a:r>
                      <a:r>
                        <a:rPr dirty="0" sz="1700" spc="-3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700" spc="-15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 b="1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Recommendation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Saran,</a:t>
                      </a:r>
                      <a:r>
                        <a:rPr dirty="0" sz="1700" spc="-2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tanyakan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pada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konsulen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Contoh</a:t>
                      </a:r>
                      <a:r>
                        <a:rPr dirty="0" sz="1700" spc="-2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ts val="1920"/>
                        </a:lnSpc>
                      </a:pP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Ada</a:t>
                      </a:r>
                      <a:r>
                        <a:rPr dirty="0" sz="1700" spc="-3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saran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dokter....,</a:t>
                      </a:r>
                      <a:r>
                        <a:rPr dirty="0" sz="1700" spc="-4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Dokter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dirty="0" sz="1700" spc="-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Pindahkan</a:t>
                      </a:r>
                      <a:r>
                        <a:rPr dirty="0" sz="1700" spc="-1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pasien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ke</a:t>
                      </a:r>
                      <a:r>
                        <a:rPr dirty="0" sz="1700" spc="-25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>
                          <a:solidFill>
                            <a:srgbClr val="A364A0"/>
                          </a:solidFill>
                          <a:latin typeface="Times New Roman"/>
                          <a:cs typeface="Times New Roman"/>
                        </a:rPr>
                        <a:t>ICU....dst.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844" y="638302"/>
            <a:ext cx="285496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EBEBEB"/>
                </a:solidFill>
              </a:rPr>
              <a:t>Contoh</a:t>
            </a:r>
            <a:r>
              <a:rPr dirty="0" sz="2100" spc="-65">
                <a:solidFill>
                  <a:srgbClr val="EBEBEB"/>
                </a:solidFill>
              </a:rPr>
              <a:t> </a:t>
            </a:r>
            <a:r>
              <a:rPr dirty="0" sz="2100">
                <a:solidFill>
                  <a:srgbClr val="EBEBEB"/>
                </a:solidFill>
              </a:rPr>
              <a:t>Metode</a:t>
            </a:r>
            <a:r>
              <a:rPr dirty="0" sz="2100" spc="-65">
                <a:solidFill>
                  <a:srgbClr val="EBEBEB"/>
                </a:solidFill>
              </a:rPr>
              <a:t> </a:t>
            </a:r>
            <a:r>
              <a:rPr dirty="0" sz="2100" spc="-135">
                <a:solidFill>
                  <a:srgbClr val="EBEBEB"/>
                </a:solidFill>
              </a:rPr>
              <a:t>SBAR:</a:t>
            </a:r>
            <a:endParaRPr sz="2100"/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81000" y="1670050"/>
          <a:ext cx="8531225" cy="3366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6600"/>
                <a:gridCol w="5178425"/>
              </a:tblGrid>
              <a:tr h="1938655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600" spc="-10" b="1" i="1">
                          <a:latin typeface="Calibri"/>
                          <a:cs typeface="Calibri"/>
                        </a:rPr>
                        <a:t>Situation: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135890" marR="156210">
                        <a:lnSpc>
                          <a:spcPct val="107100"/>
                        </a:lnSpc>
                        <a:spcBef>
                          <a:spcPts val="800"/>
                        </a:spcBef>
                      </a:pPr>
                      <a:r>
                        <a:rPr dirty="0" sz="1600" spc="-55">
                          <a:latin typeface="Calibri"/>
                          <a:cs typeface="Calibri"/>
                        </a:rPr>
                        <a:t>‘dr.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Ahmad,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saya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Ida,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perawat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Ruang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Fresia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2,</a:t>
                      </a:r>
                      <a:r>
                        <a:rPr dirty="0" sz="1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saat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ini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pasien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dokter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yaitu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Ibu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Lina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dengan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tanggal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lahir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4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Oktober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1955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mengeluh</a:t>
                      </a:r>
                      <a:r>
                        <a:rPr dirty="0" sz="16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sesak nafas”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635">
                    <a:lnB w="12700">
                      <a:solidFill>
                        <a:srgbClr val="EDED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600" spc="-10" b="1" i="1">
                          <a:latin typeface="Calibri"/>
                          <a:cs typeface="Calibri"/>
                        </a:rPr>
                        <a:t>Background: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163830" marR="429259">
                        <a:lnSpc>
                          <a:spcPct val="1071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“Pasien</a:t>
                      </a:r>
                      <a:r>
                        <a:rPr dirty="0" sz="16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tersebut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pasca</a:t>
                      </a:r>
                      <a:r>
                        <a:rPr dirty="0" sz="16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operasi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bedah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digestif</a:t>
                      </a:r>
                      <a:r>
                        <a:rPr dirty="0" sz="16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satu</a:t>
                      </a:r>
                      <a:r>
                        <a:rPr dirty="0" sz="16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hari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yang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lalu.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Riwayat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penyakit</a:t>
                      </a:r>
                      <a:r>
                        <a:rPr dirty="0" sz="1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jantung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dan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paru-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paru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tidak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ada.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Frekuensi</a:t>
                      </a:r>
                      <a:r>
                        <a:rPr dirty="0" sz="16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napas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40</a:t>
                      </a:r>
                      <a:r>
                        <a:rPr dirty="0" sz="1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kali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6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menit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dan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saturasinya 70%.”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635">
                    <a:lnB w="12700">
                      <a:solidFill>
                        <a:srgbClr val="EDED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8115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600" spc="-10" b="1" i="1">
                          <a:latin typeface="Calibri"/>
                          <a:cs typeface="Calibri"/>
                        </a:rPr>
                        <a:t>Assessment: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135890" marR="436880">
                        <a:lnSpc>
                          <a:spcPct val="1072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‘Suara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nafasnya</a:t>
                      </a:r>
                      <a:r>
                        <a:rPr dirty="0" sz="16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menurun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di</a:t>
                      </a:r>
                      <a:r>
                        <a:rPr dirty="0" sz="16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area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dada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kanan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dengan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adanya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rasa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nyeri”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8270">
                    <a:lnT w="12700">
                      <a:solidFill>
                        <a:srgbClr val="EDEDED"/>
                      </a:solidFill>
                      <a:prstDash val="solid"/>
                    </a:lnT>
                    <a:lnB w="12700">
                      <a:solidFill>
                        <a:srgbClr val="EDED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600" spc="-10" b="1" i="1">
                          <a:latin typeface="Calibri"/>
                          <a:cs typeface="Calibri"/>
                        </a:rPr>
                        <a:t>Recommendation: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163830" marR="145415">
                        <a:lnSpc>
                          <a:spcPct val="1072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‘Saya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rasa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sebaiknya</a:t>
                      </a:r>
                      <a:r>
                        <a:rPr dirty="0" sz="16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pasien</a:t>
                      </a:r>
                      <a:r>
                        <a:rPr dirty="0" sz="16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harus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ditangani</a:t>
                      </a:r>
                      <a:r>
                        <a:rPr dirty="0" sz="16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segera.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Apakah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dokter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akan</a:t>
                      </a:r>
                      <a:r>
                        <a:rPr dirty="0" sz="16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datang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?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Ataukan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pasien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perlu</a:t>
                      </a:r>
                      <a:r>
                        <a:rPr dirty="0" sz="16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segera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dipindahkan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ke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ICU</a:t>
                      </a:r>
                      <a:r>
                        <a:rPr dirty="0" sz="16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latin typeface="Calibri"/>
                          <a:cs typeface="Calibri"/>
                        </a:rPr>
                        <a:t>?”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8270">
                    <a:lnT w="12700">
                      <a:solidFill>
                        <a:srgbClr val="EDEDED"/>
                      </a:solidFill>
                      <a:prstDash val="solid"/>
                    </a:lnT>
                    <a:lnB w="12700">
                      <a:solidFill>
                        <a:srgbClr val="EDED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2938" y="2688463"/>
            <a:ext cx="347662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330" b="0">
                <a:solidFill>
                  <a:srgbClr val="EBEBEB"/>
                </a:solidFill>
                <a:latin typeface="Verdana"/>
                <a:cs typeface="Verdana"/>
              </a:rPr>
              <a:t>TERIMA</a:t>
            </a:r>
            <a:r>
              <a:rPr dirty="0" sz="4200" spc="-300" b="0">
                <a:solidFill>
                  <a:srgbClr val="EBEBEB"/>
                </a:solidFill>
                <a:latin typeface="Verdana"/>
                <a:cs typeface="Verdana"/>
              </a:rPr>
              <a:t> </a:t>
            </a:r>
            <a:r>
              <a:rPr dirty="0" sz="4200" spc="-450" b="0">
                <a:solidFill>
                  <a:srgbClr val="EBEBEB"/>
                </a:solidFill>
                <a:latin typeface="Verdana"/>
                <a:cs typeface="Verdana"/>
              </a:rPr>
              <a:t>KASIH</a:t>
            </a:r>
            <a:endParaRPr sz="4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Kusuma</dc:creator>
  <dc:title>KOMUNIKASI EFEKTIF</dc:title>
  <dcterms:created xsi:type="dcterms:W3CDTF">2025-11-21T03:19:53Z</dcterms:created>
  <dcterms:modified xsi:type="dcterms:W3CDTF">2025-11-21T03:19:53Z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2019-03-21T00:00:00Z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2025-11-21T00:00:00Z</vt:filetime>
  </property>
  <property fmtid="{D5CDD505-2E9C-101B-9397-08002B2CF9AE}" pid="5" name="Producer">
    <vt:lpwstr>Microsoft® PowerPoint® 2016</vt:lpwstr>
  </property>
</Properties>
</file>